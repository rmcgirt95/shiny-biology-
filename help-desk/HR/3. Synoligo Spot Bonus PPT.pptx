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98" r:id="rId5"/>
    <p:sldMasterId id="2147483670" r:id="rId6"/>
    <p:sldMasterId id="2147483681" r:id="rId7"/>
  </p:sldMasterIdLst>
  <p:notesMasterIdLst>
    <p:notesMasterId r:id="rId18"/>
  </p:notesMasterIdLst>
  <p:handoutMasterIdLst>
    <p:handoutMasterId r:id="rId19"/>
  </p:handoutMasterIdLst>
  <p:sldIdLst>
    <p:sldId id="270" r:id="rId8"/>
    <p:sldId id="297" r:id="rId9"/>
    <p:sldId id="274" r:id="rId10"/>
    <p:sldId id="258" r:id="rId11"/>
    <p:sldId id="275" r:id="rId12"/>
    <p:sldId id="286" r:id="rId13"/>
    <p:sldId id="265" r:id="rId14"/>
    <p:sldId id="285" r:id="rId15"/>
    <p:sldId id="278" r:id="rId16"/>
    <p:sldId id="28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C6E70"/>
    <a:srgbClr val="4CB748"/>
    <a:srgbClr val="0B52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76442E-F6AE-42DE-9778-AF7D6C1AE75D}" v="52" dt="2025-06-10T20:48:17.1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068" autoAdjust="0"/>
    <p:restoredTop sz="94660"/>
  </p:normalViewPr>
  <p:slideViewPr>
    <p:cSldViewPr snapToGrid="0">
      <p:cViewPr varScale="1">
        <p:scale>
          <a:sx n="106" d="100"/>
          <a:sy n="106" d="100"/>
        </p:scale>
        <p:origin x="1014" y="96"/>
      </p:cViewPr>
      <p:guideLst/>
    </p:cSldViewPr>
  </p:slideViewPr>
  <p:notesTextViewPr>
    <p:cViewPr>
      <p:scale>
        <a:sx n="1" d="1"/>
        <a:sy n="1" d="1"/>
      </p:scale>
      <p:origin x="0" y="0"/>
    </p:cViewPr>
  </p:notesTextViewPr>
  <p:notesViewPr>
    <p:cSldViewPr snapToGrid="0" showGuides="1">
      <p:cViewPr varScale="1">
        <p:scale>
          <a:sx n="92" d="100"/>
          <a:sy n="92" d="100"/>
        </p:scale>
        <p:origin x="1704"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ie Lopez" userId="7d4ca29c-a645-4a71-902a-c1bbac576a08" providerId="ADAL" clId="{8076442E-F6AE-42DE-9778-AF7D6C1AE75D}"/>
    <pc:docChg chg="undo redo custSel delSld modSld sldOrd addSection delSection">
      <pc:chgData name="Carlie Lopez" userId="7d4ca29c-a645-4a71-902a-c1bbac576a08" providerId="ADAL" clId="{8076442E-F6AE-42DE-9778-AF7D6C1AE75D}" dt="2025-06-10T20:57:13.124" v="705" actId="12"/>
      <pc:docMkLst>
        <pc:docMk/>
      </pc:docMkLst>
      <pc:sldChg chg="addSp modSp mod ord">
        <pc:chgData name="Carlie Lopez" userId="7d4ca29c-a645-4a71-902a-c1bbac576a08" providerId="ADAL" clId="{8076442E-F6AE-42DE-9778-AF7D6C1AE75D}" dt="2025-06-10T20:53:16.132" v="678" actId="113"/>
        <pc:sldMkLst>
          <pc:docMk/>
          <pc:sldMk cId="1871166451" sldId="258"/>
        </pc:sldMkLst>
        <pc:spChg chg="mod">
          <ac:chgData name="Carlie Lopez" userId="7d4ca29c-a645-4a71-902a-c1bbac576a08" providerId="ADAL" clId="{8076442E-F6AE-42DE-9778-AF7D6C1AE75D}" dt="2025-06-09T21:05:42.248" v="182" actId="1076"/>
          <ac:spMkLst>
            <pc:docMk/>
            <pc:sldMk cId="1871166451" sldId="258"/>
            <ac:spMk id="2" creationId="{16CC28CB-D782-63AF-0CBC-E06FE0DAF0DA}"/>
          </ac:spMkLst>
        </pc:spChg>
        <pc:spChg chg="add mod">
          <ac:chgData name="Carlie Lopez" userId="7d4ca29c-a645-4a71-902a-c1bbac576a08" providerId="ADAL" clId="{8076442E-F6AE-42DE-9778-AF7D6C1AE75D}" dt="2025-06-10T20:53:16.132" v="678" actId="113"/>
          <ac:spMkLst>
            <pc:docMk/>
            <pc:sldMk cId="1871166451" sldId="258"/>
            <ac:spMk id="4" creationId="{DFAA656E-15C9-68D9-18A4-0D283961DB84}"/>
          </ac:spMkLst>
        </pc:spChg>
      </pc:sldChg>
      <pc:sldChg chg="del">
        <pc:chgData name="Carlie Lopez" userId="7d4ca29c-a645-4a71-902a-c1bbac576a08" providerId="ADAL" clId="{8076442E-F6AE-42DE-9778-AF7D6C1AE75D}" dt="2025-06-10T20:52:06.507" v="671" actId="2696"/>
        <pc:sldMkLst>
          <pc:docMk/>
          <pc:sldMk cId="1205898710" sldId="260"/>
        </pc:sldMkLst>
      </pc:sldChg>
      <pc:sldChg chg="del">
        <pc:chgData name="Carlie Lopez" userId="7d4ca29c-a645-4a71-902a-c1bbac576a08" providerId="ADAL" clId="{8076442E-F6AE-42DE-9778-AF7D6C1AE75D}" dt="2025-06-10T20:52:09.066" v="672" actId="47"/>
        <pc:sldMkLst>
          <pc:docMk/>
          <pc:sldMk cId="2294619303" sldId="262"/>
        </pc:sldMkLst>
      </pc:sldChg>
      <pc:sldChg chg="del">
        <pc:chgData name="Carlie Lopez" userId="7d4ca29c-a645-4a71-902a-c1bbac576a08" providerId="ADAL" clId="{8076442E-F6AE-42DE-9778-AF7D6C1AE75D}" dt="2025-06-10T20:52:04.496" v="670" actId="2696"/>
        <pc:sldMkLst>
          <pc:docMk/>
          <pc:sldMk cId="4177276195" sldId="263"/>
        </pc:sldMkLst>
      </pc:sldChg>
      <pc:sldChg chg="del">
        <pc:chgData name="Carlie Lopez" userId="7d4ca29c-a645-4a71-902a-c1bbac576a08" providerId="ADAL" clId="{8076442E-F6AE-42DE-9778-AF7D6C1AE75D}" dt="2025-06-10T20:52:11.313" v="675" actId="47"/>
        <pc:sldMkLst>
          <pc:docMk/>
          <pc:sldMk cId="3761020260" sldId="264"/>
        </pc:sldMkLst>
      </pc:sldChg>
      <pc:sldChg chg="addSp delSp modSp mod ord">
        <pc:chgData name="Carlie Lopez" userId="7d4ca29c-a645-4a71-902a-c1bbac576a08" providerId="ADAL" clId="{8076442E-F6AE-42DE-9778-AF7D6C1AE75D}" dt="2025-06-10T20:23:54.273" v="283" actId="208"/>
        <pc:sldMkLst>
          <pc:docMk/>
          <pc:sldMk cId="1162993097" sldId="265"/>
        </pc:sldMkLst>
        <pc:spChg chg="mod">
          <ac:chgData name="Carlie Lopez" userId="7d4ca29c-a645-4a71-902a-c1bbac576a08" providerId="ADAL" clId="{8076442E-F6AE-42DE-9778-AF7D6C1AE75D}" dt="2025-06-10T20:16:54.573" v="242"/>
          <ac:spMkLst>
            <pc:docMk/>
            <pc:sldMk cId="1162993097" sldId="265"/>
            <ac:spMk id="4" creationId="{269362CF-F09F-C13B-A885-D05207B04E17}"/>
          </ac:spMkLst>
        </pc:spChg>
        <pc:spChg chg="add mod">
          <ac:chgData name="Carlie Lopez" userId="7d4ca29c-a645-4a71-902a-c1bbac576a08" providerId="ADAL" clId="{8076442E-F6AE-42DE-9778-AF7D6C1AE75D}" dt="2025-06-10T20:23:54.273" v="283" actId="208"/>
          <ac:spMkLst>
            <pc:docMk/>
            <pc:sldMk cId="1162993097" sldId="265"/>
            <ac:spMk id="5" creationId="{4B75575F-2C01-5C68-53C9-9DBCF3CCFCA2}"/>
          </ac:spMkLst>
        </pc:spChg>
        <pc:spChg chg="add del mod">
          <ac:chgData name="Carlie Lopez" userId="7d4ca29c-a645-4a71-902a-c1bbac576a08" providerId="ADAL" clId="{8076442E-F6AE-42DE-9778-AF7D6C1AE75D}" dt="2025-06-10T20:17:41.926" v="253" actId="478"/>
          <ac:spMkLst>
            <pc:docMk/>
            <pc:sldMk cId="1162993097" sldId="265"/>
            <ac:spMk id="7" creationId="{11F29648-31DB-015F-56CE-7144FA782859}"/>
          </ac:spMkLst>
        </pc:spChg>
        <pc:spChg chg="add del mod">
          <ac:chgData name="Carlie Lopez" userId="7d4ca29c-a645-4a71-902a-c1bbac576a08" providerId="ADAL" clId="{8076442E-F6AE-42DE-9778-AF7D6C1AE75D}" dt="2025-06-10T20:17:56.397" v="256" actId="478"/>
          <ac:spMkLst>
            <pc:docMk/>
            <pc:sldMk cId="1162993097" sldId="265"/>
            <ac:spMk id="8" creationId="{7E37D4AD-6C41-053D-25E5-4BDE6BE0060B}"/>
          </ac:spMkLst>
        </pc:spChg>
        <pc:spChg chg="add del mod">
          <ac:chgData name="Carlie Lopez" userId="7d4ca29c-a645-4a71-902a-c1bbac576a08" providerId="ADAL" clId="{8076442E-F6AE-42DE-9778-AF7D6C1AE75D}" dt="2025-06-10T20:20:03.049" v="265" actId="478"/>
          <ac:spMkLst>
            <pc:docMk/>
            <pc:sldMk cId="1162993097" sldId="265"/>
            <ac:spMk id="9" creationId="{59EF0816-5FF4-52A6-15B1-4682A029693D}"/>
          </ac:spMkLst>
        </pc:spChg>
        <pc:spChg chg="add del mod">
          <ac:chgData name="Carlie Lopez" userId="7d4ca29c-a645-4a71-902a-c1bbac576a08" providerId="ADAL" clId="{8076442E-F6AE-42DE-9778-AF7D6C1AE75D}" dt="2025-06-10T20:20:19.498" v="267" actId="478"/>
          <ac:spMkLst>
            <pc:docMk/>
            <pc:sldMk cId="1162993097" sldId="265"/>
            <ac:spMk id="12" creationId="{1474665F-F504-9AD3-256C-EB7881366A7D}"/>
          </ac:spMkLst>
        </pc:spChg>
        <pc:graphicFrameChg chg="del modGraphic">
          <ac:chgData name="Carlie Lopez" userId="7d4ca29c-a645-4a71-902a-c1bbac576a08" providerId="ADAL" clId="{8076442E-F6AE-42DE-9778-AF7D6C1AE75D}" dt="2025-06-10T20:17:00.764" v="244" actId="478"/>
          <ac:graphicFrameMkLst>
            <pc:docMk/>
            <pc:sldMk cId="1162993097" sldId="265"/>
            <ac:graphicFrameMk id="6" creationId="{6BA6FE8D-6B5B-40A2-9566-824A5A32CED7}"/>
          </ac:graphicFrameMkLst>
        </pc:graphicFrameChg>
        <pc:picChg chg="add del mod">
          <ac:chgData name="Carlie Lopez" userId="7d4ca29c-a645-4a71-902a-c1bbac576a08" providerId="ADAL" clId="{8076442E-F6AE-42DE-9778-AF7D6C1AE75D}" dt="2025-06-10T20:19:54.474" v="264" actId="478"/>
          <ac:picMkLst>
            <pc:docMk/>
            <pc:sldMk cId="1162993097" sldId="265"/>
            <ac:picMk id="11" creationId="{306AD676-D7A0-2DA8-F0AF-664F8DC367EF}"/>
          </ac:picMkLst>
        </pc:picChg>
        <pc:picChg chg="add del mod">
          <ac:chgData name="Carlie Lopez" userId="7d4ca29c-a645-4a71-902a-c1bbac576a08" providerId="ADAL" clId="{8076442E-F6AE-42DE-9778-AF7D6C1AE75D}" dt="2025-06-10T20:20:36.437" v="271" actId="478"/>
          <ac:picMkLst>
            <pc:docMk/>
            <pc:sldMk cId="1162993097" sldId="265"/>
            <ac:picMk id="14" creationId="{BB5DA875-D8FB-BCD3-0A71-AA0044075064}"/>
          </ac:picMkLst>
        </pc:picChg>
        <pc:picChg chg="add mod">
          <ac:chgData name="Carlie Lopez" userId="7d4ca29c-a645-4a71-902a-c1bbac576a08" providerId="ADAL" clId="{8076442E-F6AE-42DE-9778-AF7D6C1AE75D}" dt="2025-06-10T20:23:25.865" v="281" actId="1076"/>
          <ac:picMkLst>
            <pc:docMk/>
            <pc:sldMk cId="1162993097" sldId="265"/>
            <ac:picMk id="16" creationId="{EFE4F652-B944-CEB1-EE71-0D85B4D31DF9}"/>
          </ac:picMkLst>
        </pc:picChg>
      </pc:sldChg>
      <pc:sldChg chg="delSp modSp del mod ord">
        <pc:chgData name="Carlie Lopez" userId="7d4ca29c-a645-4a71-902a-c1bbac576a08" providerId="ADAL" clId="{8076442E-F6AE-42DE-9778-AF7D6C1AE75D}" dt="2025-06-10T20:43:56.343" v="578" actId="2696"/>
        <pc:sldMkLst>
          <pc:docMk/>
          <pc:sldMk cId="1830467006" sldId="266"/>
        </pc:sldMkLst>
        <pc:spChg chg="del">
          <ac:chgData name="Carlie Lopez" userId="7d4ca29c-a645-4a71-902a-c1bbac576a08" providerId="ADAL" clId="{8076442E-F6AE-42DE-9778-AF7D6C1AE75D}" dt="2025-06-10T20:36:44.182" v="517" actId="478"/>
          <ac:spMkLst>
            <pc:docMk/>
            <pc:sldMk cId="1830467006" sldId="266"/>
            <ac:spMk id="4" creationId="{BCEEC066-1F16-D0D2-B786-A19ACA0001B6}"/>
          </ac:spMkLst>
        </pc:spChg>
        <pc:spChg chg="mod">
          <ac:chgData name="Carlie Lopez" userId="7d4ca29c-a645-4a71-902a-c1bbac576a08" providerId="ADAL" clId="{8076442E-F6AE-42DE-9778-AF7D6C1AE75D}" dt="2025-06-10T20:38:33.288" v="525" actId="1076"/>
          <ac:spMkLst>
            <pc:docMk/>
            <pc:sldMk cId="1830467006" sldId="266"/>
            <ac:spMk id="6" creationId="{6127504C-C9EF-4EED-F68B-2DD2D3204163}"/>
          </ac:spMkLst>
        </pc:spChg>
        <pc:spChg chg="mod">
          <ac:chgData name="Carlie Lopez" userId="7d4ca29c-a645-4a71-902a-c1bbac576a08" providerId="ADAL" clId="{8076442E-F6AE-42DE-9778-AF7D6C1AE75D}" dt="2025-06-10T20:38:47.491" v="526" actId="1076"/>
          <ac:spMkLst>
            <pc:docMk/>
            <pc:sldMk cId="1830467006" sldId="266"/>
            <ac:spMk id="9" creationId="{D39F30ED-11A0-719A-7BC1-6252A9C3A4B0}"/>
          </ac:spMkLst>
        </pc:spChg>
        <pc:spChg chg="mod">
          <ac:chgData name="Carlie Lopez" userId="7d4ca29c-a645-4a71-902a-c1bbac576a08" providerId="ADAL" clId="{8076442E-F6AE-42DE-9778-AF7D6C1AE75D}" dt="2025-06-10T20:38:47.491" v="526" actId="1076"/>
          <ac:spMkLst>
            <pc:docMk/>
            <pc:sldMk cId="1830467006" sldId="266"/>
            <ac:spMk id="22" creationId="{ACB9A2D4-6EE3-A9A3-9940-624C9687E2A5}"/>
          </ac:spMkLst>
        </pc:spChg>
        <pc:spChg chg="del">
          <ac:chgData name="Carlie Lopez" userId="7d4ca29c-a645-4a71-902a-c1bbac576a08" providerId="ADAL" clId="{8076442E-F6AE-42DE-9778-AF7D6C1AE75D}" dt="2025-06-10T20:34:50.439" v="468" actId="478"/>
          <ac:spMkLst>
            <pc:docMk/>
            <pc:sldMk cId="1830467006" sldId="266"/>
            <ac:spMk id="25" creationId="{86C0C910-DCA1-DFA7-009B-836A5CB35671}"/>
          </ac:spMkLst>
        </pc:spChg>
        <pc:spChg chg="mod">
          <ac:chgData name="Carlie Lopez" userId="7d4ca29c-a645-4a71-902a-c1bbac576a08" providerId="ADAL" clId="{8076442E-F6AE-42DE-9778-AF7D6C1AE75D}" dt="2025-06-10T20:38:47.491" v="526" actId="1076"/>
          <ac:spMkLst>
            <pc:docMk/>
            <pc:sldMk cId="1830467006" sldId="266"/>
            <ac:spMk id="27" creationId="{0F3BB589-0569-CEB6-89FC-7F8A82D5B97D}"/>
          </ac:spMkLst>
        </pc:spChg>
        <pc:spChg chg="del">
          <ac:chgData name="Carlie Lopez" userId="7d4ca29c-a645-4a71-902a-c1bbac576a08" providerId="ADAL" clId="{8076442E-F6AE-42DE-9778-AF7D6C1AE75D}" dt="2025-06-10T20:34:48.903" v="467" actId="478"/>
          <ac:spMkLst>
            <pc:docMk/>
            <pc:sldMk cId="1830467006" sldId="266"/>
            <ac:spMk id="28" creationId="{FDF36BF3-DC97-0F41-906F-0CA1839A09AE}"/>
          </ac:spMkLst>
        </pc:spChg>
        <pc:spChg chg="mod">
          <ac:chgData name="Carlie Lopez" userId="7d4ca29c-a645-4a71-902a-c1bbac576a08" providerId="ADAL" clId="{8076442E-F6AE-42DE-9778-AF7D6C1AE75D}" dt="2025-06-10T20:38:47.491" v="526" actId="1076"/>
          <ac:spMkLst>
            <pc:docMk/>
            <pc:sldMk cId="1830467006" sldId="266"/>
            <ac:spMk id="29" creationId="{719EF457-129F-0CE9-F16F-18B148984056}"/>
          </ac:spMkLst>
        </pc:spChg>
        <pc:cxnChg chg="mod">
          <ac:chgData name="Carlie Lopez" userId="7d4ca29c-a645-4a71-902a-c1bbac576a08" providerId="ADAL" clId="{8076442E-F6AE-42DE-9778-AF7D6C1AE75D}" dt="2025-06-10T20:38:47.491" v="526" actId="1076"/>
          <ac:cxnSpMkLst>
            <pc:docMk/>
            <pc:sldMk cId="1830467006" sldId="266"/>
            <ac:cxnSpMk id="30" creationId="{7D0FBC54-7841-80F6-714F-A3AA52DF4E5E}"/>
          </ac:cxnSpMkLst>
        </pc:cxnChg>
        <pc:cxnChg chg="mod">
          <ac:chgData name="Carlie Lopez" userId="7d4ca29c-a645-4a71-902a-c1bbac576a08" providerId="ADAL" clId="{8076442E-F6AE-42DE-9778-AF7D6C1AE75D}" dt="2025-06-10T20:38:47.491" v="526" actId="1076"/>
          <ac:cxnSpMkLst>
            <pc:docMk/>
            <pc:sldMk cId="1830467006" sldId="266"/>
            <ac:cxnSpMk id="31" creationId="{1326467D-4E5E-7C93-91CE-4A9A02480BAA}"/>
          </ac:cxnSpMkLst>
        </pc:cxnChg>
      </pc:sldChg>
      <pc:sldChg chg="del">
        <pc:chgData name="Carlie Lopez" userId="7d4ca29c-a645-4a71-902a-c1bbac576a08" providerId="ADAL" clId="{8076442E-F6AE-42DE-9778-AF7D6C1AE75D}" dt="2025-06-10T20:43:58.974" v="579" actId="2696"/>
        <pc:sldMkLst>
          <pc:docMk/>
          <pc:sldMk cId="1837494122" sldId="267"/>
        </pc:sldMkLst>
      </pc:sldChg>
      <pc:sldChg chg="del">
        <pc:chgData name="Carlie Lopez" userId="7d4ca29c-a645-4a71-902a-c1bbac576a08" providerId="ADAL" clId="{8076442E-F6AE-42DE-9778-AF7D6C1AE75D}" dt="2025-06-10T20:44:15.197" v="582" actId="2696"/>
        <pc:sldMkLst>
          <pc:docMk/>
          <pc:sldMk cId="372593355" sldId="268"/>
        </pc:sldMkLst>
      </pc:sldChg>
      <pc:sldChg chg="del">
        <pc:chgData name="Carlie Lopez" userId="7d4ca29c-a645-4a71-902a-c1bbac576a08" providerId="ADAL" clId="{8076442E-F6AE-42DE-9778-AF7D6C1AE75D}" dt="2025-06-10T20:46:22.801" v="583" actId="2696"/>
        <pc:sldMkLst>
          <pc:docMk/>
          <pc:sldMk cId="1151950636" sldId="269"/>
        </pc:sldMkLst>
      </pc:sldChg>
      <pc:sldChg chg="addSp modSp mod">
        <pc:chgData name="Carlie Lopez" userId="7d4ca29c-a645-4a71-902a-c1bbac576a08" providerId="ADAL" clId="{8076442E-F6AE-42DE-9778-AF7D6C1AE75D}" dt="2025-06-09T21:04:54.671" v="176" actId="27636"/>
        <pc:sldMkLst>
          <pc:docMk/>
          <pc:sldMk cId="3427864047" sldId="274"/>
        </pc:sldMkLst>
        <pc:spChg chg="mod">
          <ac:chgData name="Carlie Lopez" userId="7d4ca29c-a645-4a71-902a-c1bbac576a08" providerId="ADAL" clId="{8076442E-F6AE-42DE-9778-AF7D6C1AE75D}" dt="2025-06-09T21:04:54.671" v="176" actId="27636"/>
          <ac:spMkLst>
            <pc:docMk/>
            <pc:sldMk cId="3427864047" sldId="274"/>
            <ac:spMk id="4" creationId="{AF5A6776-A30C-4E43-9898-F5EFC8E12E88}"/>
          </ac:spMkLst>
        </pc:spChg>
        <pc:spChg chg="mod">
          <ac:chgData name="Carlie Lopez" userId="7d4ca29c-a645-4a71-902a-c1bbac576a08" providerId="ADAL" clId="{8076442E-F6AE-42DE-9778-AF7D6C1AE75D}" dt="2025-06-09T21:04:15.485" v="164" actId="20577"/>
          <ac:spMkLst>
            <pc:docMk/>
            <pc:sldMk cId="3427864047" sldId="274"/>
            <ac:spMk id="5" creationId="{FB9C6C08-D9B3-4696-2AA7-C2AA53D26152}"/>
          </ac:spMkLst>
        </pc:spChg>
        <pc:picChg chg="add mod">
          <ac:chgData name="Carlie Lopez" userId="7d4ca29c-a645-4a71-902a-c1bbac576a08" providerId="ADAL" clId="{8076442E-F6AE-42DE-9778-AF7D6C1AE75D}" dt="2025-06-09T21:04:47.969" v="169" actId="1076"/>
          <ac:picMkLst>
            <pc:docMk/>
            <pc:sldMk cId="3427864047" sldId="274"/>
            <ac:picMk id="6" creationId="{DFA5EAB4-6AB4-D810-4662-92FB3D7B2157}"/>
          </ac:picMkLst>
        </pc:picChg>
      </pc:sldChg>
      <pc:sldChg chg="addSp delSp modSp mod ord modClrScheme chgLayout">
        <pc:chgData name="Carlie Lopez" userId="7d4ca29c-a645-4a71-902a-c1bbac576a08" providerId="ADAL" clId="{8076442E-F6AE-42DE-9778-AF7D6C1AE75D}" dt="2025-06-10T20:53:51.633" v="680" actId="208"/>
        <pc:sldMkLst>
          <pc:docMk/>
          <pc:sldMk cId="1061752428" sldId="275"/>
        </pc:sldMkLst>
        <pc:spChg chg="mod">
          <ac:chgData name="Carlie Lopez" userId="7d4ca29c-a645-4a71-902a-c1bbac576a08" providerId="ADAL" clId="{8076442E-F6AE-42DE-9778-AF7D6C1AE75D}" dt="2025-06-09T21:08:41.736" v="225" actId="26606"/>
          <ac:spMkLst>
            <pc:docMk/>
            <pc:sldMk cId="1061752428" sldId="275"/>
            <ac:spMk id="2" creationId="{2A078B82-28F2-C9BD-7ADD-3AFAFA9CF1E0}"/>
          </ac:spMkLst>
        </pc:spChg>
        <pc:spChg chg="mod">
          <ac:chgData name="Carlie Lopez" userId="7d4ca29c-a645-4a71-902a-c1bbac576a08" providerId="ADAL" clId="{8076442E-F6AE-42DE-9778-AF7D6C1AE75D}" dt="2025-06-09T21:08:41.736" v="225" actId="26606"/>
          <ac:spMkLst>
            <pc:docMk/>
            <pc:sldMk cId="1061752428" sldId="275"/>
            <ac:spMk id="3" creationId="{8BC36B06-2640-E128-1DCE-4971BCDFDBCC}"/>
          </ac:spMkLst>
        </pc:spChg>
        <pc:spChg chg="mod">
          <ac:chgData name="Carlie Lopez" userId="7d4ca29c-a645-4a71-902a-c1bbac576a08" providerId="ADAL" clId="{8076442E-F6AE-42DE-9778-AF7D6C1AE75D}" dt="2025-06-09T21:09:41.752" v="232" actId="12"/>
          <ac:spMkLst>
            <pc:docMk/>
            <pc:sldMk cId="1061752428" sldId="275"/>
            <ac:spMk id="4" creationId="{35F1CEEB-CD2E-DF2B-A327-39CCC69E2D24}"/>
          </ac:spMkLst>
        </pc:spChg>
        <pc:spChg chg="del mod">
          <ac:chgData name="Carlie Lopez" userId="7d4ca29c-a645-4a71-902a-c1bbac576a08" providerId="ADAL" clId="{8076442E-F6AE-42DE-9778-AF7D6C1AE75D}" dt="2025-06-09T21:08:15.902" v="221" actId="478"/>
          <ac:spMkLst>
            <pc:docMk/>
            <pc:sldMk cId="1061752428" sldId="275"/>
            <ac:spMk id="5" creationId="{BE212941-22EB-2F30-0D21-C02D21F7CF2E}"/>
          </ac:spMkLst>
        </pc:spChg>
        <pc:spChg chg="add mod ord">
          <ac:chgData name="Carlie Lopez" userId="7d4ca29c-a645-4a71-902a-c1bbac576a08" providerId="ADAL" clId="{8076442E-F6AE-42DE-9778-AF7D6C1AE75D}" dt="2025-06-10T20:53:51.633" v="680" actId="208"/>
          <ac:spMkLst>
            <pc:docMk/>
            <pc:sldMk cId="1061752428" sldId="275"/>
            <ac:spMk id="6" creationId="{F74A7A09-1D32-D56A-E3CE-9A711CD9ACA0}"/>
          </ac:spMkLst>
        </pc:spChg>
        <pc:picChg chg="add mod">
          <ac:chgData name="Carlie Lopez" userId="7d4ca29c-a645-4a71-902a-c1bbac576a08" providerId="ADAL" clId="{8076442E-F6AE-42DE-9778-AF7D6C1AE75D}" dt="2025-06-09T21:08:41.736" v="225" actId="26606"/>
          <ac:picMkLst>
            <pc:docMk/>
            <pc:sldMk cId="1061752428" sldId="275"/>
            <ac:picMk id="7" creationId="{E3706E8A-EDAE-9E25-1501-0C3C3DA7A483}"/>
          </ac:picMkLst>
        </pc:picChg>
      </pc:sldChg>
      <pc:sldChg chg="del">
        <pc:chgData name="Carlie Lopez" userId="7d4ca29c-a645-4a71-902a-c1bbac576a08" providerId="ADAL" clId="{8076442E-F6AE-42DE-9778-AF7D6C1AE75D}" dt="2025-06-10T20:52:09.882" v="673" actId="47"/>
        <pc:sldMkLst>
          <pc:docMk/>
          <pc:sldMk cId="2028990241" sldId="276"/>
        </pc:sldMkLst>
      </pc:sldChg>
      <pc:sldChg chg="del">
        <pc:chgData name="Carlie Lopez" userId="7d4ca29c-a645-4a71-902a-c1bbac576a08" providerId="ADAL" clId="{8076442E-F6AE-42DE-9778-AF7D6C1AE75D}" dt="2025-06-10T20:46:26.442" v="584" actId="2696"/>
        <pc:sldMkLst>
          <pc:docMk/>
          <pc:sldMk cId="1628966689" sldId="277"/>
        </pc:sldMkLst>
      </pc:sldChg>
      <pc:sldChg chg="addSp delSp modSp mod ord">
        <pc:chgData name="Carlie Lopez" userId="7d4ca29c-a645-4a71-902a-c1bbac576a08" providerId="ADAL" clId="{8076442E-F6AE-42DE-9778-AF7D6C1AE75D}" dt="2025-06-10T20:57:13.124" v="705" actId="12"/>
        <pc:sldMkLst>
          <pc:docMk/>
          <pc:sldMk cId="2617818357" sldId="278"/>
        </pc:sldMkLst>
        <pc:spChg chg="mod">
          <ac:chgData name="Carlie Lopez" userId="7d4ca29c-a645-4a71-902a-c1bbac576a08" providerId="ADAL" clId="{8076442E-F6AE-42DE-9778-AF7D6C1AE75D}" dt="2025-06-10T20:40:01.322" v="533" actId="27636"/>
          <ac:spMkLst>
            <pc:docMk/>
            <pc:sldMk cId="2617818357" sldId="278"/>
            <ac:spMk id="4" creationId="{FC6BF886-CF33-E4C0-7933-1F9D3A6BD0A3}"/>
          </ac:spMkLst>
        </pc:spChg>
        <pc:spChg chg="add mod">
          <ac:chgData name="Carlie Lopez" userId="7d4ca29c-a645-4a71-902a-c1bbac576a08" providerId="ADAL" clId="{8076442E-F6AE-42DE-9778-AF7D6C1AE75D}" dt="2025-06-10T20:57:13.124" v="705" actId="12"/>
          <ac:spMkLst>
            <pc:docMk/>
            <pc:sldMk cId="2617818357" sldId="278"/>
            <ac:spMk id="5" creationId="{358CC667-C1AF-5D77-E757-495E26B51FE0}"/>
          </ac:spMkLst>
        </pc:spChg>
        <pc:spChg chg="del">
          <ac:chgData name="Carlie Lopez" userId="7d4ca29c-a645-4a71-902a-c1bbac576a08" providerId="ADAL" clId="{8076442E-F6AE-42DE-9778-AF7D6C1AE75D}" dt="2025-06-10T20:40:12.675" v="534" actId="478"/>
          <ac:spMkLst>
            <pc:docMk/>
            <pc:sldMk cId="2617818357" sldId="278"/>
            <ac:spMk id="6" creationId="{31918E44-87AE-56D9-461A-0E0AC8152615}"/>
          </ac:spMkLst>
        </pc:spChg>
        <pc:spChg chg="del">
          <ac:chgData name="Carlie Lopez" userId="7d4ca29c-a645-4a71-902a-c1bbac576a08" providerId="ADAL" clId="{8076442E-F6AE-42DE-9778-AF7D6C1AE75D}" dt="2025-06-10T20:40:12.675" v="534" actId="478"/>
          <ac:spMkLst>
            <pc:docMk/>
            <pc:sldMk cId="2617818357" sldId="278"/>
            <ac:spMk id="7" creationId="{24186E51-BDBD-7990-F1C9-F925E8B99D67}"/>
          </ac:spMkLst>
        </pc:spChg>
        <pc:spChg chg="del">
          <ac:chgData name="Carlie Lopez" userId="7d4ca29c-a645-4a71-902a-c1bbac576a08" providerId="ADAL" clId="{8076442E-F6AE-42DE-9778-AF7D6C1AE75D}" dt="2025-06-10T20:40:12.675" v="534" actId="478"/>
          <ac:spMkLst>
            <pc:docMk/>
            <pc:sldMk cId="2617818357" sldId="278"/>
            <ac:spMk id="8" creationId="{4D62642A-7A22-DE73-56CF-6CADAACCEE39}"/>
          </ac:spMkLst>
        </pc:spChg>
        <pc:spChg chg="del">
          <ac:chgData name="Carlie Lopez" userId="7d4ca29c-a645-4a71-902a-c1bbac576a08" providerId="ADAL" clId="{8076442E-F6AE-42DE-9778-AF7D6C1AE75D}" dt="2025-06-10T20:40:16.782" v="535" actId="478"/>
          <ac:spMkLst>
            <pc:docMk/>
            <pc:sldMk cId="2617818357" sldId="278"/>
            <ac:spMk id="9" creationId="{BCA20CFE-AFF5-063D-6AB3-BF2B3A22BB2E}"/>
          </ac:spMkLst>
        </pc:spChg>
        <pc:spChg chg="del">
          <ac:chgData name="Carlie Lopez" userId="7d4ca29c-a645-4a71-902a-c1bbac576a08" providerId="ADAL" clId="{8076442E-F6AE-42DE-9778-AF7D6C1AE75D}" dt="2025-06-10T20:40:12.675" v="534" actId="478"/>
          <ac:spMkLst>
            <pc:docMk/>
            <pc:sldMk cId="2617818357" sldId="278"/>
            <ac:spMk id="10" creationId="{ECDFF63D-3444-4F5E-5790-6DB7B1A72E91}"/>
          </ac:spMkLst>
        </pc:spChg>
        <pc:spChg chg="del">
          <ac:chgData name="Carlie Lopez" userId="7d4ca29c-a645-4a71-902a-c1bbac576a08" providerId="ADAL" clId="{8076442E-F6AE-42DE-9778-AF7D6C1AE75D}" dt="2025-06-10T20:40:12.675" v="534" actId="478"/>
          <ac:spMkLst>
            <pc:docMk/>
            <pc:sldMk cId="2617818357" sldId="278"/>
            <ac:spMk id="11" creationId="{73B8ADEF-FB59-9CB4-AA56-AAAF8A389A16}"/>
          </ac:spMkLst>
        </pc:spChg>
        <pc:spChg chg="del">
          <ac:chgData name="Carlie Lopez" userId="7d4ca29c-a645-4a71-902a-c1bbac576a08" providerId="ADAL" clId="{8076442E-F6AE-42DE-9778-AF7D6C1AE75D}" dt="2025-06-10T20:40:16.782" v="535" actId="478"/>
          <ac:spMkLst>
            <pc:docMk/>
            <pc:sldMk cId="2617818357" sldId="278"/>
            <ac:spMk id="12" creationId="{5C5C885C-0124-1B66-BBB5-D04AAE897CC7}"/>
          </ac:spMkLst>
        </pc:spChg>
        <pc:spChg chg="del">
          <ac:chgData name="Carlie Lopez" userId="7d4ca29c-a645-4a71-902a-c1bbac576a08" providerId="ADAL" clId="{8076442E-F6AE-42DE-9778-AF7D6C1AE75D}" dt="2025-06-10T20:40:12.675" v="534" actId="478"/>
          <ac:spMkLst>
            <pc:docMk/>
            <pc:sldMk cId="2617818357" sldId="278"/>
            <ac:spMk id="13" creationId="{1A77DCB1-BFB7-1D2C-AB66-176C192374A1}"/>
          </ac:spMkLst>
        </pc:spChg>
        <pc:spChg chg="del">
          <ac:chgData name="Carlie Lopez" userId="7d4ca29c-a645-4a71-902a-c1bbac576a08" providerId="ADAL" clId="{8076442E-F6AE-42DE-9778-AF7D6C1AE75D}" dt="2025-06-10T20:40:16.782" v="535" actId="478"/>
          <ac:spMkLst>
            <pc:docMk/>
            <pc:sldMk cId="2617818357" sldId="278"/>
            <ac:spMk id="14" creationId="{84794599-64A4-CA5A-4882-2FDF7BEC65D8}"/>
          </ac:spMkLst>
        </pc:spChg>
        <pc:spChg chg="del">
          <ac:chgData name="Carlie Lopez" userId="7d4ca29c-a645-4a71-902a-c1bbac576a08" providerId="ADAL" clId="{8076442E-F6AE-42DE-9778-AF7D6C1AE75D}" dt="2025-06-10T20:40:12.675" v="534" actId="478"/>
          <ac:spMkLst>
            <pc:docMk/>
            <pc:sldMk cId="2617818357" sldId="278"/>
            <ac:spMk id="15" creationId="{8C5311D6-4EDE-3E17-A96C-93789C2FD7CA}"/>
          </ac:spMkLst>
        </pc:spChg>
        <pc:spChg chg="del">
          <ac:chgData name="Carlie Lopez" userId="7d4ca29c-a645-4a71-902a-c1bbac576a08" providerId="ADAL" clId="{8076442E-F6AE-42DE-9778-AF7D6C1AE75D}" dt="2025-06-10T20:40:12.675" v="534" actId="478"/>
          <ac:spMkLst>
            <pc:docMk/>
            <pc:sldMk cId="2617818357" sldId="278"/>
            <ac:spMk id="16" creationId="{61EECFC6-FC24-C579-426D-13FA27E6A774}"/>
          </ac:spMkLst>
        </pc:spChg>
        <pc:spChg chg="del">
          <ac:chgData name="Carlie Lopez" userId="7d4ca29c-a645-4a71-902a-c1bbac576a08" providerId="ADAL" clId="{8076442E-F6AE-42DE-9778-AF7D6C1AE75D}" dt="2025-06-10T20:40:12.675" v="534" actId="478"/>
          <ac:spMkLst>
            <pc:docMk/>
            <pc:sldMk cId="2617818357" sldId="278"/>
            <ac:spMk id="17" creationId="{B48A6643-299E-496F-3695-B172040F2350}"/>
          </ac:spMkLst>
        </pc:spChg>
        <pc:spChg chg="del">
          <ac:chgData name="Carlie Lopez" userId="7d4ca29c-a645-4a71-902a-c1bbac576a08" providerId="ADAL" clId="{8076442E-F6AE-42DE-9778-AF7D6C1AE75D}" dt="2025-06-10T20:40:23.145" v="536" actId="478"/>
          <ac:spMkLst>
            <pc:docMk/>
            <pc:sldMk cId="2617818357" sldId="278"/>
            <ac:spMk id="18" creationId="{B1CCD908-A08C-2BA3-DE3D-B7AD1963A1CF}"/>
          </ac:spMkLst>
        </pc:spChg>
        <pc:spChg chg="add del mod">
          <ac:chgData name="Carlie Lopez" userId="7d4ca29c-a645-4a71-902a-c1bbac576a08" providerId="ADAL" clId="{8076442E-F6AE-42DE-9778-AF7D6C1AE75D}" dt="2025-06-10T20:41:33.662" v="556" actId="478"/>
          <ac:spMkLst>
            <pc:docMk/>
            <pc:sldMk cId="2617818357" sldId="278"/>
            <ac:spMk id="19" creationId="{81B48EC6-4687-0D9E-1490-D153F7BEE630}"/>
          </ac:spMkLst>
        </pc:spChg>
        <pc:picChg chg="add mod">
          <ac:chgData name="Carlie Lopez" userId="7d4ca29c-a645-4a71-902a-c1bbac576a08" providerId="ADAL" clId="{8076442E-F6AE-42DE-9778-AF7D6C1AE75D}" dt="2025-06-10T20:42:03.017" v="561" actId="1076"/>
          <ac:picMkLst>
            <pc:docMk/>
            <pc:sldMk cId="2617818357" sldId="278"/>
            <ac:picMk id="20" creationId="{ACABC3F3-0F59-04C9-D2F5-AD46FFA44ADD}"/>
          </ac:picMkLst>
        </pc:picChg>
      </pc:sldChg>
      <pc:sldChg chg="del">
        <pc:chgData name="Carlie Lopez" userId="7d4ca29c-a645-4a71-902a-c1bbac576a08" providerId="ADAL" clId="{8076442E-F6AE-42DE-9778-AF7D6C1AE75D}" dt="2025-06-10T20:47:04.413" v="597" actId="2696"/>
        <pc:sldMkLst>
          <pc:docMk/>
          <pc:sldMk cId="350556644" sldId="279"/>
        </pc:sldMkLst>
      </pc:sldChg>
      <pc:sldChg chg="del">
        <pc:chgData name="Carlie Lopez" userId="7d4ca29c-a645-4a71-902a-c1bbac576a08" providerId="ADAL" clId="{8076442E-F6AE-42DE-9778-AF7D6C1AE75D}" dt="2025-06-10T20:47:03.037" v="596" actId="2696"/>
        <pc:sldMkLst>
          <pc:docMk/>
          <pc:sldMk cId="3084568722" sldId="280"/>
        </pc:sldMkLst>
      </pc:sldChg>
      <pc:sldChg chg="del">
        <pc:chgData name="Carlie Lopez" userId="7d4ca29c-a645-4a71-902a-c1bbac576a08" providerId="ADAL" clId="{8076442E-F6AE-42DE-9778-AF7D6C1AE75D}" dt="2025-06-10T20:46:50.140" v="595" actId="2696"/>
        <pc:sldMkLst>
          <pc:docMk/>
          <pc:sldMk cId="2019590045" sldId="281"/>
        </pc:sldMkLst>
      </pc:sldChg>
      <pc:sldChg chg="addSp delSp modSp mod ord modAnim">
        <pc:chgData name="Carlie Lopez" userId="7d4ca29c-a645-4a71-902a-c1bbac576a08" providerId="ADAL" clId="{8076442E-F6AE-42DE-9778-AF7D6C1AE75D}" dt="2025-06-10T20:51:43.548" v="669" actId="1076"/>
        <pc:sldMkLst>
          <pc:docMk/>
          <pc:sldMk cId="1273552978" sldId="282"/>
        </pc:sldMkLst>
        <pc:spChg chg="del">
          <ac:chgData name="Carlie Lopez" userId="7d4ca29c-a645-4a71-902a-c1bbac576a08" providerId="ADAL" clId="{8076442E-F6AE-42DE-9778-AF7D6C1AE75D}" dt="2025-06-10T20:42:38.689" v="565" actId="478"/>
          <ac:spMkLst>
            <pc:docMk/>
            <pc:sldMk cId="1273552978" sldId="282"/>
            <ac:spMk id="2" creationId="{16CC28CB-D782-63AF-0CBC-E06FE0DAF0DA}"/>
          </ac:spMkLst>
        </pc:spChg>
        <pc:spChg chg="add del mod">
          <ac:chgData name="Carlie Lopez" userId="7d4ca29c-a645-4a71-902a-c1bbac576a08" providerId="ADAL" clId="{8076442E-F6AE-42DE-9778-AF7D6C1AE75D}" dt="2025-06-10T20:42:41.983" v="566" actId="478"/>
          <ac:spMkLst>
            <pc:docMk/>
            <pc:sldMk cId="1273552978" sldId="282"/>
            <ac:spMk id="6" creationId="{027876F8-F6F6-4AEC-FD05-AC5CFFDE0BEB}"/>
          </ac:spMkLst>
        </pc:spChg>
        <pc:spChg chg="add del mod">
          <ac:chgData name="Carlie Lopez" userId="7d4ca29c-a645-4a71-902a-c1bbac576a08" providerId="ADAL" clId="{8076442E-F6AE-42DE-9778-AF7D6C1AE75D}" dt="2025-06-10T20:42:58.392" v="569" actId="478"/>
          <ac:spMkLst>
            <pc:docMk/>
            <pc:sldMk cId="1273552978" sldId="282"/>
            <ac:spMk id="8" creationId="{6DC9C7FF-CCA2-AF06-B9BB-81FA61A1F190}"/>
          </ac:spMkLst>
        </pc:spChg>
        <pc:spChg chg="add mod">
          <ac:chgData name="Carlie Lopez" userId="7d4ca29c-a645-4a71-902a-c1bbac576a08" providerId="ADAL" clId="{8076442E-F6AE-42DE-9778-AF7D6C1AE75D}" dt="2025-06-10T20:48:24.489" v="613" actId="1076"/>
          <ac:spMkLst>
            <pc:docMk/>
            <pc:sldMk cId="1273552978" sldId="282"/>
            <ac:spMk id="9" creationId="{80191D17-C76D-69A8-BF09-F7E336E52014}"/>
          </ac:spMkLst>
        </pc:spChg>
        <pc:spChg chg="add mod">
          <ac:chgData name="Carlie Lopez" userId="7d4ca29c-a645-4a71-902a-c1bbac576a08" providerId="ADAL" clId="{8076442E-F6AE-42DE-9778-AF7D6C1AE75D}" dt="2025-06-10T20:51:14.292" v="665" actId="12"/>
          <ac:spMkLst>
            <pc:docMk/>
            <pc:sldMk cId="1273552978" sldId="282"/>
            <ac:spMk id="10" creationId="{4490A841-85D6-A9CC-0BEB-372A9133103B}"/>
          </ac:spMkLst>
        </pc:spChg>
        <pc:spChg chg="add mod ord">
          <ac:chgData name="Carlie Lopez" userId="7d4ca29c-a645-4a71-902a-c1bbac576a08" providerId="ADAL" clId="{8076442E-F6AE-42DE-9778-AF7D6C1AE75D}" dt="2025-06-10T20:51:43.548" v="669" actId="1076"/>
          <ac:spMkLst>
            <pc:docMk/>
            <pc:sldMk cId="1273552978" sldId="282"/>
            <ac:spMk id="11" creationId="{7247571E-188A-DBB6-8D0A-F81333554C26}"/>
          </ac:spMkLst>
        </pc:spChg>
        <pc:picChg chg="add mod">
          <ac:chgData name="Carlie Lopez" userId="7d4ca29c-a645-4a71-902a-c1bbac576a08" providerId="ADAL" clId="{8076442E-F6AE-42DE-9778-AF7D6C1AE75D}" dt="2025-06-10T20:51:20.948" v="666" actId="1076"/>
          <ac:picMkLst>
            <pc:docMk/>
            <pc:sldMk cId="1273552978" sldId="282"/>
            <ac:picMk id="4" creationId="{A7A0F113-5568-C4A9-07BE-32FC1109BA92}"/>
          </ac:picMkLst>
        </pc:picChg>
      </pc:sldChg>
      <pc:sldChg chg="del">
        <pc:chgData name="Carlie Lopez" userId="7d4ca29c-a645-4a71-902a-c1bbac576a08" providerId="ADAL" clId="{8076442E-F6AE-42DE-9778-AF7D6C1AE75D}" dt="2025-06-10T20:52:11.915" v="676" actId="47"/>
        <pc:sldMkLst>
          <pc:docMk/>
          <pc:sldMk cId="2445858962" sldId="283"/>
        </pc:sldMkLst>
      </pc:sldChg>
      <pc:sldChg chg="del">
        <pc:chgData name="Carlie Lopez" userId="7d4ca29c-a645-4a71-902a-c1bbac576a08" providerId="ADAL" clId="{8076442E-F6AE-42DE-9778-AF7D6C1AE75D}" dt="2025-06-10T20:46:47.391" v="594" actId="2696"/>
        <pc:sldMkLst>
          <pc:docMk/>
          <pc:sldMk cId="2247117088" sldId="284"/>
        </pc:sldMkLst>
      </pc:sldChg>
      <pc:sldChg chg="addSp delSp modSp mod modClrScheme chgLayout">
        <pc:chgData name="Carlie Lopez" userId="7d4ca29c-a645-4a71-902a-c1bbac576a08" providerId="ADAL" clId="{8076442E-F6AE-42DE-9778-AF7D6C1AE75D}" dt="2025-06-10T20:56:44.478" v="701" actId="207"/>
        <pc:sldMkLst>
          <pc:docMk/>
          <pc:sldMk cId="2961834746" sldId="285"/>
        </pc:sldMkLst>
        <pc:spChg chg="mod">
          <ac:chgData name="Carlie Lopez" userId="7d4ca29c-a645-4a71-902a-c1bbac576a08" providerId="ADAL" clId="{8076442E-F6AE-42DE-9778-AF7D6C1AE75D}" dt="2025-06-10T20:25:22.906" v="295" actId="26606"/>
          <ac:spMkLst>
            <pc:docMk/>
            <pc:sldMk cId="2961834746" sldId="285"/>
            <ac:spMk id="2" creationId="{9F21AB39-0D61-A149-A587-411A53B46F70}"/>
          </ac:spMkLst>
        </pc:spChg>
        <pc:spChg chg="mod">
          <ac:chgData name="Carlie Lopez" userId="7d4ca29c-a645-4a71-902a-c1bbac576a08" providerId="ADAL" clId="{8076442E-F6AE-42DE-9778-AF7D6C1AE75D}" dt="2025-06-10T20:25:22.906" v="295" actId="26606"/>
          <ac:spMkLst>
            <pc:docMk/>
            <pc:sldMk cId="2961834746" sldId="285"/>
            <ac:spMk id="3" creationId="{2625E938-1A0B-A9B3-1542-6E4A8343590C}"/>
          </ac:spMkLst>
        </pc:spChg>
        <pc:spChg chg="mod">
          <ac:chgData name="Carlie Lopez" userId="7d4ca29c-a645-4a71-902a-c1bbac576a08" providerId="ADAL" clId="{8076442E-F6AE-42DE-9778-AF7D6C1AE75D}" dt="2025-06-10T20:54:42.029" v="683" actId="207"/>
          <ac:spMkLst>
            <pc:docMk/>
            <pc:sldMk cId="2961834746" sldId="285"/>
            <ac:spMk id="4" creationId="{F6C24260-2B5D-A94C-32B3-E6ED06D89BF0}"/>
          </ac:spMkLst>
        </pc:spChg>
        <pc:spChg chg="mod">
          <ac:chgData name="Carlie Lopez" userId="7d4ca29c-a645-4a71-902a-c1bbac576a08" providerId="ADAL" clId="{8076442E-F6AE-42DE-9778-AF7D6C1AE75D}" dt="2025-06-10T20:56:44.478" v="701" actId="207"/>
          <ac:spMkLst>
            <pc:docMk/>
            <pc:sldMk cId="2961834746" sldId="285"/>
            <ac:spMk id="5" creationId="{BC7079CD-B625-E1D5-B65D-8270DEB3EDCA}"/>
          </ac:spMkLst>
        </pc:spChg>
        <pc:spChg chg="add del mod ord">
          <ac:chgData name="Carlie Lopez" userId="7d4ca29c-a645-4a71-902a-c1bbac576a08" providerId="ADAL" clId="{8076442E-F6AE-42DE-9778-AF7D6C1AE75D}" dt="2025-06-10T20:56:43.662" v="700" actId="11529"/>
          <ac:spMkLst>
            <pc:docMk/>
            <pc:sldMk cId="2961834746" sldId="285"/>
            <ac:spMk id="9" creationId="{3ADB9E9E-9573-5F8C-D053-84F743397ADF}"/>
          </ac:spMkLst>
        </pc:spChg>
        <pc:picChg chg="add del mod">
          <ac:chgData name="Carlie Lopez" userId="7d4ca29c-a645-4a71-902a-c1bbac576a08" providerId="ADAL" clId="{8076442E-F6AE-42DE-9778-AF7D6C1AE75D}" dt="2025-06-10T20:24:25.715" v="287" actId="478"/>
          <ac:picMkLst>
            <pc:docMk/>
            <pc:sldMk cId="2961834746" sldId="285"/>
            <ac:picMk id="6" creationId="{B89A6C10-E387-3054-7D31-28D8A3678B8E}"/>
          </ac:picMkLst>
        </pc:picChg>
        <pc:picChg chg="add del mod">
          <ac:chgData name="Carlie Lopez" userId="7d4ca29c-a645-4a71-902a-c1bbac576a08" providerId="ADAL" clId="{8076442E-F6AE-42DE-9778-AF7D6C1AE75D}" dt="2025-06-10T20:24:47.353" v="292" actId="478"/>
          <ac:picMkLst>
            <pc:docMk/>
            <pc:sldMk cId="2961834746" sldId="285"/>
            <ac:picMk id="7" creationId="{857FC2B5-FCD7-AF6C-BBA6-0BB2676E2F9C}"/>
          </ac:picMkLst>
        </pc:picChg>
        <pc:picChg chg="add mod modCrop">
          <ac:chgData name="Carlie Lopez" userId="7d4ca29c-a645-4a71-902a-c1bbac576a08" providerId="ADAL" clId="{8076442E-F6AE-42DE-9778-AF7D6C1AE75D}" dt="2025-06-10T20:25:32.962" v="297" actId="18131"/>
          <ac:picMkLst>
            <pc:docMk/>
            <pc:sldMk cId="2961834746" sldId="285"/>
            <ac:picMk id="8" creationId="{448433EB-C78E-45F8-D2F9-CBDF70205BD2}"/>
          </ac:picMkLst>
        </pc:picChg>
      </pc:sldChg>
      <pc:sldChg chg="addSp modSp mod ord modClrScheme chgLayout">
        <pc:chgData name="Carlie Lopez" userId="7d4ca29c-a645-4a71-902a-c1bbac576a08" providerId="ADAL" clId="{8076442E-F6AE-42DE-9778-AF7D6C1AE75D}" dt="2025-06-10T20:54:11.816" v="681" actId="207"/>
        <pc:sldMkLst>
          <pc:docMk/>
          <pc:sldMk cId="2525339485" sldId="286"/>
        </pc:sldMkLst>
        <pc:spChg chg="mod">
          <ac:chgData name="Carlie Lopez" userId="7d4ca29c-a645-4a71-902a-c1bbac576a08" providerId="ADAL" clId="{8076442E-F6AE-42DE-9778-AF7D6C1AE75D}" dt="2025-06-10T20:15:38.551" v="239" actId="26606"/>
          <ac:spMkLst>
            <pc:docMk/>
            <pc:sldMk cId="2525339485" sldId="286"/>
            <ac:spMk id="2" creationId="{51867BA1-8F15-5429-9607-9940CE57AEAC}"/>
          </ac:spMkLst>
        </pc:spChg>
        <pc:spChg chg="mod">
          <ac:chgData name="Carlie Lopez" userId="7d4ca29c-a645-4a71-902a-c1bbac576a08" providerId="ADAL" clId="{8076442E-F6AE-42DE-9778-AF7D6C1AE75D}" dt="2025-06-10T20:15:38.551" v="239" actId="26606"/>
          <ac:spMkLst>
            <pc:docMk/>
            <pc:sldMk cId="2525339485" sldId="286"/>
            <ac:spMk id="3" creationId="{1A68EF87-A8CA-C295-9FE1-411464FD813E}"/>
          </ac:spMkLst>
        </pc:spChg>
        <pc:spChg chg="mod">
          <ac:chgData name="Carlie Lopez" userId="7d4ca29c-a645-4a71-902a-c1bbac576a08" providerId="ADAL" clId="{8076442E-F6AE-42DE-9778-AF7D6C1AE75D}" dt="2025-06-10T20:15:38.551" v="239" actId="26606"/>
          <ac:spMkLst>
            <pc:docMk/>
            <pc:sldMk cId="2525339485" sldId="286"/>
            <ac:spMk id="4" creationId="{4FADD3BC-6E00-0B38-5F85-4F7CD9A5DB14}"/>
          </ac:spMkLst>
        </pc:spChg>
        <pc:spChg chg="mod">
          <ac:chgData name="Carlie Lopez" userId="7d4ca29c-a645-4a71-902a-c1bbac576a08" providerId="ADAL" clId="{8076442E-F6AE-42DE-9778-AF7D6C1AE75D}" dt="2025-06-10T20:54:11.816" v="681" actId="207"/>
          <ac:spMkLst>
            <pc:docMk/>
            <pc:sldMk cId="2525339485" sldId="286"/>
            <ac:spMk id="5" creationId="{EDE3D8C7-18F5-F224-FC66-FD6D9252BA57}"/>
          </ac:spMkLst>
        </pc:spChg>
        <pc:picChg chg="add mod ord">
          <ac:chgData name="Carlie Lopez" userId="7d4ca29c-a645-4a71-902a-c1bbac576a08" providerId="ADAL" clId="{8076442E-F6AE-42DE-9778-AF7D6C1AE75D}" dt="2025-06-10T20:15:38.551" v="239" actId="26606"/>
          <ac:picMkLst>
            <pc:docMk/>
            <pc:sldMk cId="2525339485" sldId="286"/>
            <ac:picMk id="6" creationId="{5CA13E59-312B-86F7-37FF-44A6AB76BE92}"/>
          </ac:picMkLst>
        </pc:picChg>
      </pc:sldChg>
      <pc:sldChg chg="del">
        <pc:chgData name="Carlie Lopez" userId="7d4ca29c-a645-4a71-902a-c1bbac576a08" providerId="ADAL" clId="{8076442E-F6AE-42DE-9778-AF7D6C1AE75D}" dt="2025-06-10T20:46:44.076" v="592" actId="2696"/>
        <pc:sldMkLst>
          <pc:docMk/>
          <pc:sldMk cId="4260232507" sldId="287"/>
        </pc:sldMkLst>
      </pc:sldChg>
      <pc:sldChg chg="del">
        <pc:chgData name="Carlie Lopez" userId="7d4ca29c-a645-4a71-902a-c1bbac576a08" providerId="ADAL" clId="{8076442E-F6AE-42DE-9778-AF7D6C1AE75D}" dt="2025-06-10T20:46:42.602" v="591" actId="2696"/>
        <pc:sldMkLst>
          <pc:docMk/>
          <pc:sldMk cId="1167865153" sldId="288"/>
        </pc:sldMkLst>
      </pc:sldChg>
      <pc:sldChg chg="del">
        <pc:chgData name="Carlie Lopez" userId="7d4ca29c-a645-4a71-902a-c1bbac576a08" providerId="ADAL" clId="{8076442E-F6AE-42DE-9778-AF7D6C1AE75D}" dt="2025-06-10T20:46:41.032" v="590" actId="2696"/>
        <pc:sldMkLst>
          <pc:docMk/>
          <pc:sldMk cId="3906505272" sldId="289"/>
        </pc:sldMkLst>
      </pc:sldChg>
      <pc:sldChg chg="del">
        <pc:chgData name="Carlie Lopez" userId="7d4ca29c-a645-4a71-902a-c1bbac576a08" providerId="ADAL" clId="{8076442E-F6AE-42DE-9778-AF7D6C1AE75D}" dt="2025-06-10T20:46:39.448" v="589" actId="2696"/>
        <pc:sldMkLst>
          <pc:docMk/>
          <pc:sldMk cId="3070097634" sldId="290"/>
        </pc:sldMkLst>
      </pc:sldChg>
      <pc:sldChg chg="del">
        <pc:chgData name="Carlie Lopez" userId="7d4ca29c-a645-4a71-902a-c1bbac576a08" providerId="ADAL" clId="{8076442E-F6AE-42DE-9778-AF7D6C1AE75D}" dt="2025-06-10T20:46:37.690" v="588" actId="2696"/>
        <pc:sldMkLst>
          <pc:docMk/>
          <pc:sldMk cId="1647449033" sldId="291"/>
        </pc:sldMkLst>
      </pc:sldChg>
      <pc:sldChg chg="del">
        <pc:chgData name="Carlie Lopez" userId="7d4ca29c-a645-4a71-902a-c1bbac576a08" providerId="ADAL" clId="{8076442E-F6AE-42DE-9778-AF7D6C1AE75D}" dt="2025-06-10T20:46:45.815" v="593" actId="2696"/>
        <pc:sldMkLst>
          <pc:docMk/>
          <pc:sldMk cId="2383294394" sldId="292"/>
        </pc:sldMkLst>
      </pc:sldChg>
      <pc:sldChg chg="del">
        <pc:chgData name="Carlie Lopez" userId="7d4ca29c-a645-4a71-902a-c1bbac576a08" providerId="ADAL" clId="{8076442E-F6AE-42DE-9778-AF7D6C1AE75D}" dt="2025-06-10T20:46:35.663" v="587" actId="2696"/>
        <pc:sldMkLst>
          <pc:docMk/>
          <pc:sldMk cId="1682041073" sldId="293"/>
        </pc:sldMkLst>
      </pc:sldChg>
      <pc:sldChg chg="del">
        <pc:chgData name="Carlie Lopez" userId="7d4ca29c-a645-4a71-902a-c1bbac576a08" providerId="ADAL" clId="{8076442E-F6AE-42DE-9778-AF7D6C1AE75D}" dt="2025-06-10T20:46:33.543" v="586" actId="2696"/>
        <pc:sldMkLst>
          <pc:docMk/>
          <pc:sldMk cId="1720200367" sldId="294"/>
        </pc:sldMkLst>
      </pc:sldChg>
      <pc:sldChg chg="del ord">
        <pc:chgData name="Carlie Lopez" userId="7d4ca29c-a645-4a71-902a-c1bbac576a08" providerId="ADAL" clId="{8076442E-F6AE-42DE-9778-AF7D6C1AE75D}" dt="2025-06-10T20:46:31.660" v="585" actId="2696"/>
        <pc:sldMkLst>
          <pc:docMk/>
          <pc:sldMk cId="4127832921" sldId="295"/>
        </pc:sldMkLst>
      </pc:sldChg>
      <pc:sldChg chg="del">
        <pc:chgData name="Carlie Lopez" userId="7d4ca29c-a645-4a71-902a-c1bbac576a08" providerId="ADAL" clId="{8076442E-F6AE-42DE-9778-AF7D6C1AE75D}" dt="2025-06-10T20:52:10.488" v="674" actId="47"/>
        <pc:sldMkLst>
          <pc:docMk/>
          <pc:sldMk cId="1725376357" sldId="296"/>
        </pc:sldMkLst>
      </pc:sldChg>
      <pc:sldChg chg="addSp delSp modSp mod">
        <pc:chgData name="Carlie Lopez" userId="7d4ca29c-a645-4a71-902a-c1bbac576a08" providerId="ADAL" clId="{8076442E-F6AE-42DE-9778-AF7D6C1AE75D}" dt="2025-06-09T21:02:55.013" v="58" actId="1076"/>
        <pc:sldMkLst>
          <pc:docMk/>
          <pc:sldMk cId="1437407220" sldId="297"/>
        </pc:sldMkLst>
        <pc:spChg chg="mod">
          <ac:chgData name="Carlie Lopez" userId="7d4ca29c-a645-4a71-902a-c1bbac576a08" providerId="ADAL" clId="{8076442E-F6AE-42DE-9778-AF7D6C1AE75D}" dt="2025-06-09T21:02:55.013" v="58" actId="1076"/>
          <ac:spMkLst>
            <pc:docMk/>
            <pc:sldMk cId="1437407220" sldId="297"/>
            <ac:spMk id="2" creationId="{62E0B055-9688-2C23-0233-7D9ACEE1BD93}"/>
          </ac:spMkLst>
        </pc:spChg>
        <pc:spChg chg="del">
          <ac:chgData name="Carlie Lopez" userId="7d4ca29c-a645-4a71-902a-c1bbac576a08" providerId="ADAL" clId="{8076442E-F6AE-42DE-9778-AF7D6C1AE75D}" dt="2025-06-09T21:00:43.485" v="36" actId="478"/>
          <ac:spMkLst>
            <pc:docMk/>
            <pc:sldMk cId="1437407220" sldId="297"/>
            <ac:spMk id="3" creationId="{49BEBE64-003A-80E5-3007-2E6DCF1BF4A3}"/>
          </ac:spMkLst>
        </pc:spChg>
        <pc:picChg chg="add del mod">
          <ac:chgData name="Carlie Lopez" userId="7d4ca29c-a645-4a71-902a-c1bbac576a08" providerId="ADAL" clId="{8076442E-F6AE-42DE-9778-AF7D6C1AE75D}" dt="2025-06-09T20:59:58.501" v="2" actId="478"/>
          <ac:picMkLst>
            <pc:docMk/>
            <pc:sldMk cId="1437407220" sldId="297"/>
            <ac:picMk id="4" creationId="{B172336B-3A89-8D3B-DF12-FB0649AF2DE4}"/>
          </ac:picMkLst>
        </pc:picChg>
        <pc:picChg chg="add mod">
          <ac:chgData name="Carlie Lopez" userId="7d4ca29c-a645-4a71-902a-c1bbac576a08" providerId="ADAL" clId="{8076442E-F6AE-42DE-9778-AF7D6C1AE75D}" dt="2025-06-09T21:02:46.064" v="54" actId="1076"/>
          <ac:picMkLst>
            <pc:docMk/>
            <pc:sldMk cId="1437407220" sldId="297"/>
            <ac:picMk id="5" creationId="{21364CBE-4C5C-916A-1CE5-73B1F644DA60}"/>
          </ac:picMkLst>
        </pc:picChg>
        <pc:picChg chg="add mod">
          <ac:chgData name="Carlie Lopez" userId="7d4ca29c-a645-4a71-902a-c1bbac576a08" providerId="ADAL" clId="{8076442E-F6AE-42DE-9778-AF7D6C1AE75D}" dt="2025-06-09T21:02:54.497" v="57" actId="1076"/>
          <ac:picMkLst>
            <pc:docMk/>
            <pc:sldMk cId="1437407220" sldId="297"/>
            <ac:picMk id="7" creationId="{7B85669C-1000-7EB5-6FFD-9B17256C296E}"/>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8AA15D-81A0-EF50-1555-7785DEF6823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F3878D-CDA0-977E-05BA-32FE9937FD4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569460-D185-4E13-9282-3F4EB3343871}" type="datetimeFigureOut">
              <a:rPr lang="en-US" smtClean="0"/>
              <a:t>6/10/2025</a:t>
            </a:fld>
            <a:endParaRPr lang="en-US"/>
          </a:p>
        </p:txBody>
      </p:sp>
      <p:sp>
        <p:nvSpPr>
          <p:cNvPr id="4" name="Footer Placeholder 3">
            <a:extLst>
              <a:ext uri="{FF2B5EF4-FFF2-40B4-BE49-F238E27FC236}">
                <a16:creationId xmlns:a16="http://schemas.microsoft.com/office/drawing/2014/main" id="{A73A2E2E-36E2-6CDE-2CE2-D08F99AE9BF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392BB1B-703B-273F-2EEB-A010C8F07E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937ABF-820A-47B3-B01D-9B3D1E947A81}" type="slidenum">
              <a:rPr lang="en-US" smtClean="0"/>
              <a:t>‹#›</a:t>
            </a:fld>
            <a:endParaRPr lang="en-US"/>
          </a:p>
        </p:txBody>
      </p:sp>
    </p:spTree>
    <p:extLst>
      <p:ext uri="{BB962C8B-B14F-4D97-AF65-F5344CB8AC3E}">
        <p14:creationId xmlns:p14="http://schemas.microsoft.com/office/powerpoint/2010/main" val="2217087242"/>
      </p:ext>
    </p:extLst>
  </p:cSld>
  <p:clrMap bg1="lt1" tx1="dk1" bg2="lt2" tx2="dk2" accent1="accent1" accent2="accent2" accent3="accent3" accent4="accent4" accent5="accent5" accent6="accent6" hlink="hlink" folHlink="folHlink"/>
  <p:hf hdr="0" ftr="0" dt="0"/>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8734E8-E05C-4F02-AFA5-31DC2528FD2B}" type="datetimeFigureOut">
              <a:rPr lang="en-US" smtClean="0"/>
              <a:t>6/10/2025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88DAB2-5488-4DEA-B6D7-4B98656C326A}" type="slidenum">
              <a:rPr lang="en-US" smtClean="0"/>
              <a:t>‹#›</a:t>
            </a:fld>
            <a:endParaRPr lang="en-US"/>
          </a:p>
        </p:txBody>
      </p:sp>
    </p:spTree>
    <p:extLst>
      <p:ext uri="{BB962C8B-B14F-4D97-AF65-F5344CB8AC3E}">
        <p14:creationId xmlns:p14="http://schemas.microsoft.com/office/powerpoint/2010/main" val="206661480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age">
    <p:spTree>
      <p:nvGrpSpPr>
        <p:cNvPr id="1" name=""/>
        <p:cNvGrpSpPr/>
        <p:nvPr/>
      </p:nvGrpSpPr>
      <p:grpSpPr>
        <a:xfrm>
          <a:off x="0" y="0"/>
          <a:ext cx="0" cy="0"/>
          <a:chOff x="0" y="0"/>
          <a:chExt cx="0" cy="0"/>
        </a:xfrm>
      </p:grpSpPr>
      <p:pic>
        <p:nvPicPr>
          <p:cNvPr id="12" name="Picture 11" descr="A blue dna chain on a black background&#10;&#10;Description automatically generated">
            <a:extLst>
              <a:ext uri="{FF2B5EF4-FFF2-40B4-BE49-F238E27FC236}">
                <a16:creationId xmlns:a16="http://schemas.microsoft.com/office/drawing/2014/main" id="{5BF034B3-55DC-DE31-FA53-3ED7920A9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A169CF50-2F23-58C2-EC53-2BD6818BCDA9}"/>
              </a:ext>
            </a:extLst>
          </p:cNvPr>
          <p:cNvSpPr txBox="1"/>
          <p:nvPr userDrawn="1"/>
        </p:nvSpPr>
        <p:spPr>
          <a:xfrm>
            <a:off x="2349137" y="4100583"/>
            <a:ext cx="7705579" cy="523220"/>
          </a:xfrm>
          <a:prstGeom prst="rect">
            <a:avLst/>
          </a:prstGeom>
          <a:noFill/>
        </p:spPr>
        <p:txBody>
          <a:bodyPr wrap="square" rtlCol="0">
            <a:spAutoFit/>
          </a:bodyPr>
          <a:lstStyle/>
          <a:p>
            <a:r>
              <a:rPr lang="en-US" sz="2800" b="1" dirty="0">
                <a:solidFill>
                  <a:srgbClr val="4CB748"/>
                </a:solidFill>
                <a:latin typeface="+mj-lt"/>
              </a:rPr>
              <a:t>Unleash the Power of Oligo Customization</a:t>
            </a:r>
          </a:p>
        </p:txBody>
      </p:sp>
      <p:pic>
        <p:nvPicPr>
          <p:cNvPr id="13" name="Picture 12">
            <a:extLst>
              <a:ext uri="{FF2B5EF4-FFF2-40B4-BE49-F238E27FC236}">
                <a16:creationId xmlns:a16="http://schemas.microsoft.com/office/drawing/2014/main" id="{82479C8E-EEB6-BA2A-C76E-7B8B85B7F4B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232540" y="1955596"/>
            <a:ext cx="5938773" cy="2207331"/>
          </a:xfrm>
          <a:prstGeom prst="rect">
            <a:avLst/>
          </a:prstGeom>
        </p:spPr>
      </p:pic>
      <p:sp>
        <p:nvSpPr>
          <p:cNvPr id="3" name="TextBox 2">
            <a:extLst>
              <a:ext uri="{FF2B5EF4-FFF2-40B4-BE49-F238E27FC236}">
                <a16:creationId xmlns:a16="http://schemas.microsoft.com/office/drawing/2014/main" id="{546E2B83-10A0-E575-EAA0-7FA3766B8602}"/>
              </a:ext>
            </a:extLst>
          </p:cNvPr>
          <p:cNvSpPr txBox="1"/>
          <p:nvPr userDrawn="1"/>
        </p:nvSpPr>
        <p:spPr>
          <a:xfrm>
            <a:off x="2243210" y="4561457"/>
            <a:ext cx="7705579" cy="523220"/>
          </a:xfrm>
          <a:prstGeom prst="rect">
            <a:avLst/>
          </a:prstGeom>
          <a:noFill/>
        </p:spPr>
        <p:txBody>
          <a:bodyPr wrap="square" rtlCol="0">
            <a:spAutoFit/>
          </a:bodyPr>
          <a:lstStyle/>
          <a:p>
            <a:pPr algn="ctr"/>
            <a:r>
              <a:rPr lang="en-US" sz="2800" b="1">
                <a:solidFill>
                  <a:srgbClr val="4CB748"/>
                </a:solidFill>
                <a:latin typeface="+mj-lt"/>
              </a:rPr>
              <a:t>2025</a:t>
            </a:r>
            <a:endParaRPr lang="en-US" sz="2800" b="1" dirty="0">
              <a:solidFill>
                <a:srgbClr val="4CB748"/>
              </a:solidFill>
              <a:latin typeface="+mj-lt"/>
            </a:endParaRPr>
          </a:p>
        </p:txBody>
      </p:sp>
    </p:spTree>
    <p:extLst>
      <p:ext uri="{BB962C8B-B14F-4D97-AF65-F5344CB8AC3E}">
        <p14:creationId xmlns:p14="http://schemas.microsoft.com/office/powerpoint/2010/main" val="3360443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Page_Option 1">
    <p:spTree>
      <p:nvGrpSpPr>
        <p:cNvPr id="1" name=""/>
        <p:cNvGrpSpPr/>
        <p:nvPr/>
      </p:nvGrpSpPr>
      <p:grpSpPr>
        <a:xfrm>
          <a:off x="0" y="0"/>
          <a:ext cx="0" cy="0"/>
          <a:chOff x="0" y="0"/>
          <a:chExt cx="0" cy="0"/>
        </a:xfrm>
      </p:grpSpPr>
      <p:pic>
        <p:nvPicPr>
          <p:cNvPr id="12" name="Picture 11" descr="A blue dna chain on a black background&#10;&#10;Description automatically generated">
            <a:extLst>
              <a:ext uri="{FF2B5EF4-FFF2-40B4-BE49-F238E27FC236}">
                <a16:creationId xmlns:a16="http://schemas.microsoft.com/office/drawing/2014/main" id="{5BF034B3-55DC-DE31-FA53-3ED7920A9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3537FF0-E3BD-157D-1788-603F26281160}"/>
              </a:ext>
            </a:extLst>
          </p:cNvPr>
          <p:cNvSpPr>
            <a:spLocks noGrp="1"/>
          </p:cNvSpPr>
          <p:nvPr>
            <p:ph type="title" hasCustomPrompt="1"/>
          </p:nvPr>
        </p:nvSpPr>
        <p:spPr>
          <a:xfrm>
            <a:off x="1508760" y="2103437"/>
            <a:ext cx="10515600" cy="1325563"/>
          </a:xfrm>
        </p:spPr>
        <p:txBody>
          <a:bodyPr>
            <a:normAutofit/>
          </a:bodyPr>
          <a:lstStyle>
            <a:lvl1pPr>
              <a:defRPr sz="4800" b="1">
                <a:solidFill>
                  <a:srgbClr val="6C6E70"/>
                </a:solidFill>
              </a:defRPr>
            </a:lvl1pPr>
          </a:lstStyle>
          <a:p>
            <a:r>
              <a:rPr lang="en-US" dirty="0"/>
              <a:t>Click to Add Presentation Title</a:t>
            </a:r>
          </a:p>
        </p:txBody>
      </p:sp>
      <p:sp>
        <p:nvSpPr>
          <p:cNvPr id="5" name="Text Placeholder 4">
            <a:extLst>
              <a:ext uri="{FF2B5EF4-FFF2-40B4-BE49-F238E27FC236}">
                <a16:creationId xmlns:a16="http://schemas.microsoft.com/office/drawing/2014/main" id="{DD1CC84F-A9A7-F8D5-BB4B-F7A873069FB9}"/>
              </a:ext>
            </a:extLst>
          </p:cNvPr>
          <p:cNvSpPr>
            <a:spLocks noGrp="1"/>
          </p:cNvSpPr>
          <p:nvPr>
            <p:ph type="body" sz="quarter" idx="10" hasCustomPrompt="1"/>
          </p:nvPr>
        </p:nvSpPr>
        <p:spPr>
          <a:xfrm>
            <a:off x="1508760" y="3711443"/>
            <a:ext cx="5779008" cy="476250"/>
          </a:xfrm>
        </p:spPr>
        <p:txBody>
          <a:bodyPr/>
          <a:lstStyle>
            <a:lvl1pPr marL="0" indent="0">
              <a:buNone/>
              <a:defRPr/>
            </a:lvl1pPr>
          </a:lstStyle>
          <a:p>
            <a:pPr lvl="0"/>
            <a:r>
              <a:rPr lang="en-US" dirty="0"/>
              <a:t>Click to add date</a:t>
            </a:r>
          </a:p>
        </p:txBody>
      </p:sp>
      <p:pic>
        <p:nvPicPr>
          <p:cNvPr id="3" name="Picture 2">
            <a:extLst>
              <a:ext uri="{FF2B5EF4-FFF2-40B4-BE49-F238E27FC236}">
                <a16:creationId xmlns:a16="http://schemas.microsoft.com/office/drawing/2014/main" id="{5BD420E2-1ECA-CBDA-4715-AC8F804037DE}"/>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08761" y="5158206"/>
            <a:ext cx="3125384" cy="1161647"/>
          </a:xfrm>
          <a:prstGeom prst="rect">
            <a:avLst/>
          </a:prstGeom>
        </p:spPr>
      </p:pic>
    </p:spTree>
    <p:extLst>
      <p:ext uri="{BB962C8B-B14F-4D97-AF65-F5344CB8AC3E}">
        <p14:creationId xmlns:p14="http://schemas.microsoft.com/office/powerpoint/2010/main" val="535817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Page_Option 2">
    <p:spTree>
      <p:nvGrpSpPr>
        <p:cNvPr id="1" name=""/>
        <p:cNvGrpSpPr/>
        <p:nvPr/>
      </p:nvGrpSpPr>
      <p:grpSpPr>
        <a:xfrm>
          <a:off x="0" y="0"/>
          <a:ext cx="0" cy="0"/>
          <a:chOff x="0" y="0"/>
          <a:chExt cx="0" cy="0"/>
        </a:xfrm>
      </p:grpSpPr>
      <p:pic>
        <p:nvPicPr>
          <p:cNvPr id="5" name="Picture 4" descr="A blue dna strand with a blue background&#10;&#10;Description automatically generated">
            <a:extLst>
              <a:ext uri="{FF2B5EF4-FFF2-40B4-BE49-F238E27FC236}">
                <a16:creationId xmlns:a16="http://schemas.microsoft.com/office/drawing/2014/main" id="{6D403FB8-554A-D4BB-E70F-B5B4A9BAE2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3537FF0-E3BD-157D-1788-603F26281160}"/>
              </a:ext>
            </a:extLst>
          </p:cNvPr>
          <p:cNvSpPr>
            <a:spLocks noGrp="1"/>
          </p:cNvSpPr>
          <p:nvPr>
            <p:ph type="title" hasCustomPrompt="1"/>
          </p:nvPr>
        </p:nvSpPr>
        <p:spPr>
          <a:xfrm>
            <a:off x="1508760" y="2103437"/>
            <a:ext cx="10515600" cy="1325563"/>
          </a:xfrm>
        </p:spPr>
        <p:txBody>
          <a:bodyPr>
            <a:normAutofit/>
          </a:bodyPr>
          <a:lstStyle>
            <a:lvl1pPr>
              <a:defRPr sz="4800" b="1">
                <a:solidFill>
                  <a:schemeClr val="bg1"/>
                </a:solidFill>
              </a:defRPr>
            </a:lvl1pPr>
          </a:lstStyle>
          <a:p>
            <a:r>
              <a:rPr lang="en-US" dirty="0"/>
              <a:t>Click to Add Presentation Title</a:t>
            </a:r>
          </a:p>
        </p:txBody>
      </p:sp>
      <p:sp>
        <p:nvSpPr>
          <p:cNvPr id="6" name="Text Placeholder 4">
            <a:extLst>
              <a:ext uri="{FF2B5EF4-FFF2-40B4-BE49-F238E27FC236}">
                <a16:creationId xmlns:a16="http://schemas.microsoft.com/office/drawing/2014/main" id="{41570CA1-82C2-FB76-09C7-AD1C2D84C60D}"/>
              </a:ext>
            </a:extLst>
          </p:cNvPr>
          <p:cNvSpPr>
            <a:spLocks noGrp="1"/>
          </p:cNvSpPr>
          <p:nvPr>
            <p:ph type="body" sz="quarter" idx="10" hasCustomPrompt="1"/>
          </p:nvPr>
        </p:nvSpPr>
        <p:spPr>
          <a:xfrm>
            <a:off x="1508760" y="3711443"/>
            <a:ext cx="5779008" cy="476250"/>
          </a:xfrm>
        </p:spPr>
        <p:txBody>
          <a:bodyPr/>
          <a:lstStyle>
            <a:lvl1pPr marL="0" indent="0">
              <a:buNone/>
              <a:defRPr>
                <a:solidFill>
                  <a:schemeClr val="bg1"/>
                </a:solidFill>
              </a:defRPr>
            </a:lvl1pPr>
          </a:lstStyle>
          <a:p>
            <a:pPr lvl="0"/>
            <a:r>
              <a:rPr lang="en-US" dirty="0"/>
              <a:t>Click to add date</a:t>
            </a:r>
          </a:p>
        </p:txBody>
      </p:sp>
      <p:pic>
        <p:nvPicPr>
          <p:cNvPr id="3" name="Picture 2" descr="A logo with white text">
            <a:extLst>
              <a:ext uri="{FF2B5EF4-FFF2-40B4-BE49-F238E27FC236}">
                <a16:creationId xmlns:a16="http://schemas.microsoft.com/office/drawing/2014/main" id="{CB9A1C4E-42EC-A852-F089-9687A76CBF1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08760" y="5098992"/>
            <a:ext cx="3027729" cy="1071070"/>
          </a:xfrm>
          <a:prstGeom prst="rect">
            <a:avLst/>
          </a:prstGeom>
        </p:spPr>
      </p:pic>
    </p:spTree>
    <p:extLst>
      <p:ext uri="{BB962C8B-B14F-4D97-AF65-F5344CB8AC3E}">
        <p14:creationId xmlns:p14="http://schemas.microsoft.com/office/powerpoint/2010/main" val="2131041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Page_Option 3">
    <p:spTree>
      <p:nvGrpSpPr>
        <p:cNvPr id="1" name=""/>
        <p:cNvGrpSpPr/>
        <p:nvPr/>
      </p:nvGrpSpPr>
      <p:grpSpPr>
        <a:xfrm>
          <a:off x="0" y="0"/>
          <a:ext cx="0" cy="0"/>
          <a:chOff x="0" y="0"/>
          <a:chExt cx="0" cy="0"/>
        </a:xfrm>
      </p:grpSpPr>
      <p:pic>
        <p:nvPicPr>
          <p:cNvPr id="4" name="Picture 3" descr="A close-up of a dna&#10;&#10;Description automatically generated">
            <a:extLst>
              <a:ext uri="{FF2B5EF4-FFF2-40B4-BE49-F238E27FC236}">
                <a16:creationId xmlns:a16="http://schemas.microsoft.com/office/drawing/2014/main" id="{C73B5990-6991-E5DB-F595-4CD3B45EBC5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3537FF0-E3BD-157D-1788-603F26281160}"/>
              </a:ext>
            </a:extLst>
          </p:cNvPr>
          <p:cNvSpPr>
            <a:spLocks noGrp="1"/>
          </p:cNvSpPr>
          <p:nvPr>
            <p:ph type="title" hasCustomPrompt="1"/>
          </p:nvPr>
        </p:nvSpPr>
        <p:spPr>
          <a:xfrm>
            <a:off x="1508760" y="2103437"/>
            <a:ext cx="10515600" cy="1325563"/>
          </a:xfrm>
        </p:spPr>
        <p:txBody>
          <a:bodyPr>
            <a:normAutofit/>
          </a:bodyPr>
          <a:lstStyle>
            <a:lvl1pPr>
              <a:defRPr sz="4800" b="1">
                <a:solidFill>
                  <a:schemeClr val="bg1"/>
                </a:solidFill>
              </a:defRPr>
            </a:lvl1pPr>
          </a:lstStyle>
          <a:p>
            <a:r>
              <a:rPr lang="en-US" dirty="0"/>
              <a:t>Click to Add Presentation Title</a:t>
            </a:r>
          </a:p>
        </p:txBody>
      </p:sp>
      <p:sp>
        <p:nvSpPr>
          <p:cNvPr id="3" name="Text Placeholder 4">
            <a:extLst>
              <a:ext uri="{FF2B5EF4-FFF2-40B4-BE49-F238E27FC236}">
                <a16:creationId xmlns:a16="http://schemas.microsoft.com/office/drawing/2014/main" id="{9A6DB031-C014-3461-9FF8-62CB153C888B}"/>
              </a:ext>
            </a:extLst>
          </p:cNvPr>
          <p:cNvSpPr>
            <a:spLocks noGrp="1"/>
          </p:cNvSpPr>
          <p:nvPr>
            <p:ph type="body" sz="quarter" idx="10" hasCustomPrompt="1"/>
          </p:nvPr>
        </p:nvSpPr>
        <p:spPr>
          <a:xfrm>
            <a:off x="1508760" y="3711443"/>
            <a:ext cx="5779008" cy="476250"/>
          </a:xfrm>
        </p:spPr>
        <p:txBody>
          <a:bodyPr/>
          <a:lstStyle>
            <a:lvl1pPr marL="0" indent="0">
              <a:buNone/>
              <a:defRPr>
                <a:solidFill>
                  <a:schemeClr val="bg1"/>
                </a:solidFill>
              </a:defRPr>
            </a:lvl1pPr>
          </a:lstStyle>
          <a:p>
            <a:pPr lvl="0"/>
            <a:r>
              <a:rPr lang="en-US" dirty="0"/>
              <a:t>Click to add date</a:t>
            </a:r>
          </a:p>
        </p:txBody>
      </p:sp>
      <p:pic>
        <p:nvPicPr>
          <p:cNvPr id="5" name="Picture 4" descr="A logo with white text">
            <a:extLst>
              <a:ext uri="{FF2B5EF4-FFF2-40B4-BE49-F238E27FC236}">
                <a16:creationId xmlns:a16="http://schemas.microsoft.com/office/drawing/2014/main" id="{59B7AC33-34F4-3101-4B3A-6C7A68072E0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08760" y="5098992"/>
            <a:ext cx="3027729" cy="1071070"/>
          </a:xfrm>
          <a:prstGeom prst="rect">
            <a:avLst/>
          </a:prstGeom>
        </p:spPr>
      </p:pic>
    </p:spTree>
    <p:extLst>
      <p:ext uri="{BB962C8B-B14F-4D97-AF65-F5344CB8AC3E}">
        <p14:creationId xmlns:p14="http://schemas.microsoft.com/office/powerpoint/2010/main" val="16644374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Gra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737BFFA-F7B1-86B6-8432-6E18912F7D87}"/>
              </a:ext>
            </a:extLst>
          </p:cNvPr>
          <p:cNvSpPr/>
          <p:nvPr userDrawn="1"/>
        </p:nvSpPr>
        <p:spPr>
          <a:xfrm>
            <a:off x="0" y="0"/>
            <a:ext cx="12192000" cy="1587639"/>
          </a:xfrm>
          <a:prstGeom prst="rect">
            <a:avLst/>
          </a:prstGeom>
          <a:solidFill>
            <a:srgbClr val="6C6E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61107DDB-6837-A746-1EC4-4C837938F06B}"/>
              </a:ext>
            </a:extLst>
          </p:cNvPr>
          <p:cNvSpPr>
            <a:spLocks noGrp="1"/>
          </p:cNvSpPr>
          <p:nvPr>
            <p:ph type="ftr" sz="quarter" idx="10"/>
          </p:nvPr>
        </p:nvSpPr>
        <p:spPr/>
        <p:txBody>
          <a:bodyPr/>
          <a:lstStyle/>
          <a:p>
            <a:r>
              <a:rPr lang="en-US"/>
              <a:t>Confidential – Do Not Distribute</a:t>
            </a:r>
            <a:endParaRPr lang="en-US" dirty="0"/>
          </a:p>
        </p:txBody>
      </p:sp>
      <p:sp>
        <p:nvSpPr>
          <p:cNvPr id="4" name="Slide Number Placeholder 3">
            <a:extLst>
              <a:ext uri="{FF2B5EF4-FFF2-40B4-BE49-F238E27FC236}">
                <a16:creationId xmlns:a16="http://schemas.microsoft.com/office/drawing/2014/main" id="{BE5AC036-B8C1-C209-69F0-A1536AAED7C6}"/>
              </a:ext>
            </a:extLst>
          </p:cNvPr>
          <p:cNvSpPr>
            <a:spLocks noGrp="1"/>
          </p:cNvSpPr>
          <p:nvPr>
            <p:ph type="sldNum" sz="quarter" idx="11"/>
          </p:nvPr>
        </p:nvSpPr>
        <p:spPr/>
        <p:txBody>
          <a:bodyPr/>
          <a:lstStyle/>
          <a:p>
            <a:fld id="{FA1B4D35-D017-4806-BAD3-E7FA12AE0845}" type="slidenum">
              <a:rPr lang="en-US" smtClean="0"/>
              <a:pPr/>
              <a:t>‹#›</a:t>
            </a:fld>
            <a:endParaRPr lang="en-US" dirty="0"/>
          </a:p>
        </p:txBody>
      </p:sp>
      <p:sp>
        <p:nvSpPr>
          <p:cNvPr id="5" name="Date Placeholder 4">
            <a:extLst>
              <a:ext uri="{FF2B5EF4-FFF2-40B4-BE49-F238E27FC236}">
                <a16:creationId xmlns:a16="http://schemas.microsoft.com/office/drawing/2014/main" id="{5B6169EA-72FD-A308-DF6E-26F4CCE63660}"/>
              </a:ext>
            </a:extLst>
          </p:cNvPr>
          <p:cNvSpPr>
            <a:spLocks noGrp="1"/>
          </p:cNvSpPr>
          <p:nvPr>
            <p:ph type="dt" sz="half" idx="12"/>
          </p:nvPr>
        </p:nvSpPr>
        <p:spPr/>
        <p:txBody>
          <a:bodyPr/>
          <a:lstStyle/>
          <a:p>
            <a:fld id="{4BAB9279-3E1D-4F40-8667-5A60DFA63F40}" type="datetimeFigureOut">
              <a:rPr lang="en-US" smtClean="0"/>
              <a:t>6/10/2025</a:t>
            </a:fld>
            <a:endParaRPr lang="en-US"/>
          </a:p>
        </p:txBody>
      </p:sp>
      <p:cxnSp>
        <p:nvCxnSpPr>
          <p:cNvPr id="6" name="Straight Connector 5">
            <a:extLst>
              <a:ext uri="{FF2B5EF4-FFF2-40B4-BE49-F238E27FC236}">
                <a16:creationId xmlns:a16="http://schemas.microsoft.com/office/drawing/2014/main" id="{28A1833E-4905-487C-EAD3-5769AB7EB4DC}"/>
              </a:ext>
            </a:extLst>
          </p:cNvPr>
          <p:cNvCxnSpPr>
            <a:cxnSpLocks/>
          </p:cNvCxnSpPr>
          <p:nvPr userDrawn="1"/>
        </p:nvCxnSpPr>
        <p:spPr>
          <a:xfrm>
            <a:off x="619648" y="319889"/>
            <a:ext cx="1095270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0203DFF9-132F-34DA-03CE-D9B7D0F99F73}"/>
              </a:ext>
            </a:extLst>
          </p:cNvPr>
          <p:cNvSpPr>
            <a:spLocks noGrp="1"/>
          </p:cNvSpPr>
          <p:nvPr>
            <p:ph type="title"/>
          </p:nvPr>
        </p:nvSpPr>
        <p:spPr>
          <a:xfrm>
            <a:off x="628859" y="331676"/>
            <a:ext cx="10515600" cy="994708"/>
          </a:xfrm>
        </p:spPr>
        <p:txBody>
          <a:bodyPr>
            <a:normAutofit/>
          </a:bodyPr>
          <a:lstStyle>
            <a:lvl1pPr>
              <a:defRPr sz="4400">
                <a:solidFill>
                  <a:schemeClr val="bg1"/>
                </a:solidFill>
              </a:defRPr>
            </a:lvl1pPr>
          </a:lstStyle>
          <a:p>
            <a:r>
              <a:rPr lang="en-US" dirty="0"/>
              <a:t>Click to edit Master title style</a:t>
            </a:r>
          </a:p>
        </p:txBody>
      </p:sp>
      <p:sp>
        <p:nvSpPr>
          <p:cNvPr id="2" name="Content Placeholder 2">
            <a:extLst>
              <a:ext uri="{FF2B5EF4-FFF2-40B4-BE49-F238E27FC236}">
                <a16:creationId xmlns:a16="http://schemas.microsoft.com/office/drawing/2014/main" id="{6F20DAB1-150E-365C-0297-5D45EBBFAEA4}"/>
              </a:ext>
            </a:extLst>
          </p:cNvPr>
          <p:cNvSpPr>
            <a:spLocks noGrp="1"/>
          </p:cNvSpPr>
          <p:nvPr>
            <p:ph idx="1"/>
          </p:nvPr>
        </p:nvSpPr>
        <p:spPr>
          <a:xfrm>
            <a:off x="838200" y="1825625"/>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7DB7CACD-7894-A9C3-0368-5D6773760891}"/>
              </a:ext>
            </a:extLst>
          </p:cNvPr>
          <p:cNvSpPr/>
          <p:nvPr userDrawn="1"/>
        </p:nvSpPr>
        <p:spPr>
          <a:xfrm>
            <a:off x="0" y="1212566"/>
            <a:ext cx="5426110" cy="251207"/>
          </a:xfrm>
          <a:prstGeom prst="rect">
            <a:avLst/>
          </a:prstGeom>
          <a:solidFill>
            <a:srgbClr val="4CB7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08445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_Blu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737BFFA-F7B1-86B6-8432-6E18912F7D87}"/>
              </a:ext>
            </a:extLst>
          </p:cNvPr>
          <p:cNvSpPr/>
          <p:nvPr userDrawn="1"/>
        </p:nvSpPr>
        <p:spPr>
          <a:xfrm>
            <a:off x="0" y="0"/>
            <a:ext cx="12192000" cy="1587639"/>
          </a:xfrm>
          <a:prstGeom prst="rect">
            <a:avLst/>
          </a:prstGeom>
          <a:solidFill>
            <a:srgbClr val="0B52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61107DDB-6837-A746-1EC4-4C837938F06B}"/>
              </a:ext>
            </a:extLst>
          </p:cNvPr>
          <p:cNvSpPr>
            <a:spLocks noGrp="1"/>
          </p:cNvSpPr>
          <p:nvPr>
            <p:ph type="ftr" sz="quarter" idx="10"/>
          </p:nvPr>
        </p:nvSpPr>
        <p:spPr/>
        <p:txBody>
          <a:bodyPr/>
          <a:lstStyle/>
          <a:p>
            <a:r>
              <a:rPr lang="en-US"/>
              <a:t>Confidential – Do Not Distribute</a:t>
            </a:r>
            <a:endParaRPr lang="en-US" dirty="0"/>
          </a:p>
        </p:txBody>
      </p:sp>
      <p:sp>
        <p:nvSpPr>
          <p:cNvPr id="4" name="Slide Number Placeholder 3">
            <a:extLst>
              <a:ext uri="{FF2B5EF4-FFF2-40B4-BE49-F238E27FC236}">
                <a16:creationId xmlns:a16="http://schemas.microsoft.com/office/drawing/2014/main" id="{BE5AC036-B8C1-C209-69F0-A1536AAED7C6}"/>
              </a:ext>
            </a:extLst>
          </p:cNvPr>
          <p:cNvSpPr>
            <a:spLocks noGrp="1"/>
          </p:cNvSpPr>
          <p:nvPr>
            <p:ph type="sldNum" sz="quarter" idx="11"/>
          </p:nvPr>
        </p:nvSpPr>
        <p:spPr/>
        <p:txBody>
          <a:bodyPr/>
          <a:lstStyle/>
          <a:p>
            <a:fld id="{FA1B4D35-D017-4806-BAD3-E7FA12AE0845}" type="slidenum">
              <a:rPr lang="en-US" smtClean="0"/>
              <a:pPr/>
              <a:t>‹#›</a:t>
            </a:fld>
            <a:endParaRPr lang="en-US" dirty="0"/>
          </a:p>
        </p:txBody>
      </p:sp>
      <p:sp>
        <p:nvSpPr>
          <p:cNvPr id="5" name="Date Placeholder 4">
            <a:extLst>
              <a:ext uri="{FF2B5EF4-FFF2-40B4-BE49-F238E27FC236}">
                <a16:creationId xmlns:a16="http://schemas.microsoft.com/office/drawing/2014/main" id="{5B6169EA-72FD-A308-DF6E-26F4CCE63660}"/>
              </a:ext>
            </a:extLst>
          </p:cNvPr>
          <p:cNvSpPr>
            <a:spLocks noGrp="1"/>
          </p:cNvSpPr>
          <p:nvPr>
            <p:ph type="dt" sz="half" idx="12"/>
          </p:nvPr>
        </p:nvSpPr>
        <p:spPr/>
        <p:txBody>
          <a:bodyPr/>
          <a:lstStyle/>
          <a:p>
            <a:fld id="{4BAB9279-3E1D-4F40-8667-5A60DFA63F40}" type="datetimeFigureOut">
              <a:rPr lang="en-US" smtClean="0"/>
              <a:t>6/10/2025</a:t>
            </a:fld>
            <a:endParaRPr lang="en-US"/>
          </a:p>
        </p:txBody>
      </p:sp>
      <p:cxnSp>
        <p:nvCxnSpPr>
          <p:cNvPr id="6" name="Straight Connector 5">
            <a:extLst>
              <a:ext uri="{FF2B5EF4-FFF2-40B4-BE49-F238E27FC236}">
                <a16:creationId xmlns:a16="http://schemas.microsoft.com/office/drawing/2014/main" id="{28A1833E-4905-487C-EAD3-5769AB7EB4DC}"/>
              </a:ext>
            </a:extLst>
          </p:cNvPr>
          <p:cNvCxnSpPr>
            <a:cxnSpLocks/>
          </p:cNvCxnSpPr>
          <p:nvPr userDrawn="1"/>
        </p:nvCxnSpPr>
        <p:spPr>
          <a:xfrm>
            <a:off x="619648" y="319889"/>
            <a:ext cx="1095270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0203DFF9-132F-34DA-03CE-D9B7D0F99F73}"/>
              </a:ext>
            </a:extLst>
          </p:cNvPr>
          <p:cNvSpPr>
            <a:spLocks noGrp="1"/>
          </p:cNvSpPr>
          <p:nvPr>
            <p:ph type="title"/>
          </p:nvPr>
        </p:nvSpPr>
        <p:spPr>
          <a:xfrm>
            <a:off x="628859" y="331676"/>
            <a:ext cx="10515600" cy="994708"/>
          </a:xfrm>
        </p:spPr>
        <p:txBody>
          <a:bodyPr>
            <a:normAutofit/>
          </a:bodyPr>
          <a:lstStyle>
            <a:lvl1pPr>
              <a:defRPr sz="4400">
                <a:solidFill>
                  <a:schemeClr val="bg1"/>
                </a:solidFill>
              </a:defRPr>
            </a:lvl1pPr>
          </a:lstStyle>
          <a:p>
            <a:r>
              <a:rPr lang="en-US" dirty="0"/>
              <a:t>Click to edit Master title style</a:t>
            </a:r>
          </a:p>
        </p:txBody>
      </p:sp>
      <p:sp>
        <p:nvSpPr>
          <p:cNvPr id="2" name="Content Placeholder 2">
            <a:extLst>
              <a:ext uri="{FF2B5EF4-FFF2-40B4-BE49-F238E27FC236}">
                <a16:creationId xmlns:a16="http://schemas.microsoft.com/office/drawing/2014/main" id="{6F20DAB1-150E-365C-0297-5D45EBBFAEA4}"/>
              </a:ext>
            </a:extLst>
          </p:cNvPr>
          <p:cNvSpPr>
            <a:spLocks noGrp="1"/>
          </p:cNvSpPr>
          <p:nvPr>
            <p:ph idx="1"/>
          </p:nvPr>
        </p:nvSpPr>
        <p:spPr>
          <a:xfrm>
            <a:off x="838200" y="1825625"/>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4A3522B5-3FC0-AAEE-CC00-C797D52BFDEE}"/>
              </a:ext>
            </a:extLst>
          </p:cNvPr>
          <p:cNvSpPr/>
          <p:nvPr userDrawn="1"/>
        </p:nvSpPr>
        <p:spPr>
          <a:xfrm>
            <a:off x="0" y="1212566"/>
            <a:ext cx="5426110" cy="251207"/>
          </a:xfrm>
          <a:prstGeom prst="rect">
            <a:avLst/>
          </a:prstGeom>
          <a:solidFill>
            <a:srgbClr val="4CB7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740297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_Green Horiz">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1107DDB-6837-A746-1EC4-4C837938F06B}"/>
              </a:ext>
            </a:extLst>
          </p:cNvPr>
          <p:cNvSpPr>
            <a:spLocks noGrp="1"/>
          </p:cNvSpPr>
          <p:nvPr>
            <p:ph type="ftr" sz="quarter" idx="10"/>
          </p:nvPr>
        </p:nvSpPr>
        <p:spPr/>
        <p:txBody>
          <a:bodyPr/>
          <a:lstStyle/>
          <a:p>
            <a:r>
              <a:rPr lang="en-US"/>
              <a:t>Confidential – Do Not Distribute</a:t>
            </a:r>
            <a:endParaRPr lang="en-US" dirty="0"/>
          </a:p>
        </p:txBody>
      </p:sp>
      <p:sp>
        <p:nvSpPr>
          <p:cNvPr id="4" name="Slide Number Placeholder 3">
            <a:extLst>
              <a:ext uri="{FF2B5EF4-FFF2-40B4-BE49-F238E27FC236}">
                <a16:creationId xmlns:a16="http://schemas.microsoft.com/office/drawing/2014/main" id="{BE5AC036-B8C1-C209-69F0-A1536AAED7C6}"/>
              </a:ext>
            </a:extLst>
          </p:cNvPr>
          <p:cNvSpPr>
            <a:spLocks noGrp="1"/>
          </p:cNvSpPr>
          <p:nvPr>
            <p:ph type="sldNum" sz="quarter" idx="11"/>
          </p:nvPr>
        </p:nvSpPr>
        <p:spPr/>
        <p:txBody>
          <a:bodyPr/>
          <a:lstStyle/>
          <a:p>
            <a:fld id="{FA1B4D35-D017-4806-BAD3-E7FA12AE0845}" type="slidenum">
              <a:rPr lang="en-US" smtClean="0"/>
              <a:pPr/>
              <a:t>‹#›</a:t>
            </a:fld>
            <a:endParaRPr lang="en-US" dirty="0"/>
          </a:p>
        </p:txBody>
      </p:sp>
      <p:sp>
        <p:nvSpPr>
          <p:cNvPr id="5" name="Date Placeholder 4">
            <a:extLst>
              <a:ext uri="{FF2B5EF4-FFF2-40B4-BE49-F238E27FC236}">
                <a16:creationId xmlns:a16="http://schemas.microsoft.com/office/drawing/2014/main" id="{5B6169EA-72FD-A308-DF6E-26F4CCE63660}"/>
              </a:ext>
            </a:extLst>
          </p:cNvPr>
          <p:cNvSpPr>
            <a:spLocks noGrp="1"/>
          </p:cNvSpPr>
          <p:nvPr>
            <p:ph type="dt" sz="half" idx="12"/>
          </p:nvPr>
        </p:nvSpPr>
        <p:spPr/>
        <p:txBody>
          <a:bodyPr/>
          <a:lstStyle/>
          <a:p>
            <a:fld id="{4BAB9279-3E1D-4F40-8667-5A60DFA63F40}" type="datetimeFigureOut">
              <a:rPr lang="en-US" smtClean="0"/>
              <a:t>6/10/2025</a:t>
            </a:fld>
            <a:endParaRPr lang="en-US"/>
          </a:p>
        </p:txBody>
      </p:sp>
      <p:cxnSp>
        <p:nvCxnSpPr>
          <p:cNvPr id="6" name="Straight Connector 5">
            <a:extLst>
              <a:ext uri="{FF2B5EF4-FFF2-40B4-BE49-F238E27FC236}">
                <a16:creationId xmlns:a16="http://schemas.microsoft.com/office/drawing/2014/main" id="{28A1833E-4905-487C-EAD3-5769AB7EB4DC}"/>
              </a:ext>
            </a:extLst>
          </p:cNvPr>
          <p:cNvCxnSpPr>
            <a:cxnSpLocks/>
          </p:cNvCxnSpPr>
          <p:nvPr userDrawn="1"/>
        </p:nvCxnSpPr>
        <p:spPr>
          <a:xfrm>
            <a:off x="619648" y="319889"/>
            <a:ext cx="10952704" cy="0"/>
          </a:xfrm>
          <a:prstGeom prst="line">
            <a:avLst/>
          </a:prstGeom>
          <a:ln>
            <a:solidFill>
              <a:srgbClr val="6C6E70"/>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0203DFF9-132F-34DA-03CE-D9B7D0F99F73}"/>
              </a:ext>
            </a:extLst>
          </p:cNvPr>
          <p:cNvSpPr>
            <a:spLocks noGrp="1"/>
          </p:cNvSpPr>
          <p:nvPr>
            <p:ph type="title"/>
          </p:nvPr>
        </p:nvSpPr>
        <p:spPr>
          <a:xfrm>
            <a:off x="628859" y="331676"/>
            <a:ext cx="10515600" cy="994708"/>
          </a:xfrm>
        </p:spPr>
        <p:txBody>
          <a:bodyPr>
            <a:normAutofit/>
          </a:bodyPr>
          <a:lstStyle>
            <a:lvl1pPr>
              <a:defRPr sz="4400">
                <a:solidFill>
                  <a:srgbClr val="6C6E70"/>
                </a:solidFill>
              </a:defRPr>
            </a:lvl1pPr>
          </a:lstStyle>
          <a:p>
            <a:r>
              <a:rPr lang="en-US" dirty="0"/>
              <a:t>Click to edit Master title style</a:t>
            </a:r>
          </a:p>
        </p:txBody>
      </p:sp>
      <p:sp>
        <p:nvSpPr>
          <p:cNvPr id="2" name="Content Placeholder 2">
            <a:extLst>
              <a:ext uri="{FF2B5EF4-FFF2-40B4-BE49-F238E27FC236}">
                <a16:creationId xmlns:a16="http://schemas.microsoft.com/office/drawing/2014/main" id="{6F20DAB1-150E-365C-0297-5D45EBBFAEA4}"/>
              </a:ext>
            </a:extLst>
          </p:cNvPr>
          <p:cNvSpPr>
            <a:spLocks noGrp="1"/>
          </p:cNvSpPr>
          <p:nvPr>
            <p:ph idx="1"/>
          </p:nvPr>
        </p:nvSpPr>
        <p:spPr>
          <a:xfrm>
            <a:off x="838200" y="1825625"/>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F0A559D3-630D-6C18-A056-A56398E4CCA7}"/>
              </a:ext>
            </a:extLst>
          </p:cNvPr>
          <p:cNvSpPr/>
          <p:nvPr userDrawn="1"/>
        </p:nvSpPr>
        <p:spPr>
          <a:xfrm>
            <a:off x="0" y="1212566"/>
            <a:ext cx="5426110" cy="251207"/>
          </a:xfrm>
          <a:prstGeom prst="rect">
            <a:avLst/>
          </a:prstGeom>
          <a:solidFill>
            <a:srgbClr val="4CB7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73398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_Green Vert">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1107DDB-6837-A746-1EC4-4C837938F06B}"/>
              </a:ext>
            </a:extLst>
          </p:cNvPr>
          <p:cNvSpPr>
            <a:spLocks noGrp="1"/>
          </p:cNvSpPr>
          <p:nvPr>
            <p:ph type="ftr" sz="quarter" idx="10"/>
          </p:nvPr>
        </p:nvSpPr>
        <p:spPr/>
        <p:txBody>
          <a:bodyPr/>
          <a:lstStyle/>
          <a:p>
            <a:r>
              <a:rPr lang="en-US"/>
              <a:t>Confidential – Do Not Distribute</a:t>
            </a:r>
            <a:endParaRPr lang="en-US" dirty="0"/>
          </a:p>
        </p:txBody>
      </p:sp>
      <p:sp>
        <p:nvSpPr>
          <p:cNvPr id="4" name="Slide Number Placeholder 3">
            <a:extLst>
              <a:ext uri="{FF2B5EF4-FFF2-40B4-BE49-F238E27FC236}">
                <a16:creationId xmlns:a16="http://schemas.microsoft.com/office/drawing/2014/main" id="{BE5AC036-B8C1-C209-69F0-A1536AAED7C6}"/>
              </a:ext>
            </a:extLst>
          </p:cNvPr>
          <p:cNvSpPr>
            <a:spLocks noGrp="1"/>
          </p:cNvSpPr>
          <p:nvPr>
            <p:ph type="sldNum" sz="quarter" idx="11"/>
          </p:nvPr>
        </p:nvSpPr>
        <p:spPr/>
        <p:txBody>
          <a:bodyPr/>
          <a:lstStyle/>
          <a:p>
            <a:fld id="{FA1B4D35-D017-4806-BAD3-E7FA12AE0845}" type="slidenum">
              <a:rPr lang="en-US" smtClean="0"/>
              <a:pPr/>
              <a:t>‹#›</a:t>
            </a:fld>
            <a:endParaRPr lang="en-US" dirty="0"/>
          </a:p>
        </p:txBody>
      </p:sp>
      <p:sp>
        <p:nvSpPr>
          <p:cNvPr id="5" name="Date Placeholder 4">
            <a:extLst>
              <a:ext uri="{FF2B5EF4-FFF2-40B4-BE49-F238E27FC236}">
                <a16:creationId xmlns:a16="http://schemas.microsoft.com/office/drawing/2014/main" id="{5B6169EA-72FD-A308-DF6E-26F4CCE63660}"/>
              </a:ext>
            </a:extLst>
          </p:cNvPr>
          <p:cNvSpPr>
            <a:spLocks noGrp="1"/>
          </p:cNvSpPr>
          <p:nvPr>
            <p:ph type="dt" sz="half" idx="12"/>
          </p:nvPr>
        </p:nvSpPr>
        <p:spPr/>
        <p:txBody>
          <a:bodyPr/>
          <a:lstStyle/>
          <a:p>
            <a:fld id="{4BAB9279-3E1D-4F40-8667-5A60DFA63F40}" type="datetimeFigureOut">
              <a:rPr lang="en-US" smtClean="0"/>
              <a:t>6/10/2025</a:t>
            </a:fld>
            <a:endParaRPr lang="en-US"/>
          </a:p>
        </p:txBody>
      </p:sp>
      <p:cxnSp>
        <p:nvCxnSpPr>
          <p:cNvPr id="6" name="Straight Connector 5">
            <a:extLst>
              <a:ext uri="{FF2B5EF4-FFF2-40B4-BE49-F238E27FC236}">
                <a16:creationId xmlns:a16="http://schemas.microsoft.com/office/drawing/2014/main" id="{28A1833E-4905-487C-EAD3-5769AB7EB4DC}"/>
              </a:ext>
            </a:extLst>
          </p:cNvPr>
          <p:cNvCxnSpPr>
            <a:cxnSpLocks/>
          </p:cNvCxnSpPr>
          <p:nvPr userDrawn="1"/>
        </p:nvCxnSpPr>
        <p:spPr>
          <a:xfrm>
            <a:off x="619648" y="319889"/>
            <a:ext cx="10952704" cy="0"/>
          </a:xfrm>
          <a:prstGeom prst="line">
            <a:avLst/>
          </a:prstGeom>
          <a:ln>
            <a:solidFill>
              <a:srgbClr val="6C6E7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52C19AF-6FBF-7EB9-BCFE-FC3598011853}"/>
              </a:ext>
            </a:extLst>
          </p:cNvPr>
          <p:cNvSpPr/>
          <p:nvPr userDrawn="1"/>
        </p:nvSpPr>
        <p:spPr>
          <a:xfrm rot="5400000">
            <a:off x="-2587452" y="2587451"/>
            <a:ext cx="5426110" cy="251207"/>
          </a:xfrm>
          <a:prstGeom prst="rect">
            <a:avLst/>
          </a:prstGeom>
          <a:solidFill>
            <a:srgbClr val="4CB7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0203DFF9-132F-34DA-03CE-D9B7D0F99F73}"/>
              </a:ext>
            </a:extLst>
          </p:cNvPr>
          <p:cNvSpPr>
            <a:spLocks noGrp="1"/>
          </p:cNvSpPr>
          <p:nvPr>
            <p:ph type="title"/>
          </p:nvPr>
        </p:nvSpPr>
        <p:spPr>
          <a:xfrm>
            <a:off x="628859" y="331676"/>
            <a:ext cx="10515600" cy="994708"/>
          </a:xfrm>
        </p:spPr>
        <p:txBody>
          <a:bodyPr>
            <a:normAutofit/>
          </a:bodyPr>
          <a:lstStyle>
            <a:lvl1pPr>
              <a:defRPr sz="4400">
                <a:solidFill>
                  <a:srgbClr val="6C6E70"/>
                </a:solidFill>
              </a:defRPr>
            </a:lvl1pPr>
          </a:lstStyle>
          <a:p>
            <a:r>
              <a:rPr lang="en-US" dirty="0"/>
              <a:t>Click to edit Master title style</a:t>
            </a:r>
          </a:p>
        </p:txBody>
      </p:sp>
      <p:sp>
        <p:nvSpPr>
          <p:cNvPr id="2" name="Content Placeholder 2">
            <a:extLst>
              <a:ext uri="{FF2B5EF4-FFF2-40B4-BE49-F238E27FC236}">
                <a16:creationId xmlns:a16="http://schemas.microsoft.com/office/drawing/2014/main" id="{6F20DAB1-150E-365C-0297-5D45EBBFAEA4}"/>
              </a:ext>
            </a:extLst>
          </p:cNvPr>
          <p:cNvSpPr>
            <a:spLocks noGrp="1"/>
          </p:cNvSpPr>
          <p:nvPr>
            <p:ph idx="1"/>
          </p:nvPr>
        </p:nvSpPr>
        <p:spPr>
          <a:xfrm>
            <a:off x="838200" y="1825625"/>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98705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_Whit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1107DDB-6837-A746-1EC4-4C837938F06B}"/>
              </a:ext>
            </a:extLst>
          </p:cNvPr>
          <p:cNvSpPr>
            <a:spLocks noGrp="1"/>
          </p:cNvSpPr>
          <p:nvPr>
            <p:ph type="ftr" sz="quarter" idx="10"/>
          </p:nvPr>
        </p:nvSpPr>
        <p:spPr/>
        <p:txBody>
          <a:bodyPr/>
          <a:lstStyle/>
          <a:p>
            <a:r>
              <a:rPr lang="en-US"/>
              <a:t>Confidential – Do Not Distribute</a:t>
            </a:r>
            <a:endParaRPr lang="en-US" dirty="0"/>
          </a:p>
        </p:txBody>
      </p:sp>
      <p:sp>
        <p:nvSpPr>
          <p:cNvPr id="4" name="Slide Number Placeholder 3">
            <a:extLst>
              <a:ext uri="{FF2B5EF4-FFF2-40B4-BE49-F238E27FC236}">
                <a16:creationId xmlns:a16="http://schemas.microsoft.com/office/drawing/2014/main" id="{BE5AC036-B8C1-C209-69F0-A1536AAED7C6}"/>
              </a:ext>
            </a:extLst>
          </p:cNvPr>
          <p:cNvSpPr>
            <a:spLocks noGrp="1"/>
          </p:cNvSpPr>
          <p:nvPr>
            <p:ph type="sldNum" sz="quarter" idx="11"/>
          </p:nvPr>
        </p:nvSpPr>
        <p:spPr/>
        <p:txBody>
          <a:bodyPr/>
          <a:lstStyle/>
          <a:p>
            <a:fld id="{FA1B4D35-D017-4806-BAD3-E7FA12AE0845}" type="slidenum">
              <a:rPr lang="en-US" smtClean="0"/>
              <a:pPr/>
              <a:t>‹#›</a:t>
            </a:fld>
            <a:endParaRPr lang="en-US" dirty="0"/>
          </a:p>
        </p:txBody>
      </p:sp>
      <p:sp>
        <p:nvSpPr>
          <p:cNvPr id="5" name="Date Placeholder 4">
            <a:extLst>
              <a:ext uri="{FF2B5EF4-FFF2-40B4-BE49-F238E27FC236}">
                <a16:creationId xmlns:a16="http://schemas.microsoft.com/office/drawing/2014/main" id="{5B6169EA-72FD-A308-DF6E-26F4CCE63660}"/>
              </a:ext>
            </a:extLst>
          </p:cNvPr>
          <p:cNvSpPr>
            <a:spLocks noGrp="1"/>
          </p:cNvSpPr>
          <p:nvPr>
            <p:ph type="dt" sz="half" idx="12"/>
          </p:nvPr>
        </p:nvSpPr>
        <p:spPr/>
        <p:txBody>
          <a:bodyPr/>
          <a:lstStyle/>
          <a:p>
            <a:fld id="{4BAB9279-3E1D-4F40-8667-5A60DFA63F40}" type="datetimeFigureOut">
              <a:rPr lang="en-US" smtClean="0"/>
              <a:t>6/10/2025</a:t>
            </a:fld>
            <a:endParaRPr lang="en-US"/>
          </a:p>
        </p:txBody>
      </p:sp>
      <p:cxnSp>
        <p:nvCxnSpPr>
          <p:cNvPr id="6" name="Straight Connector 5">
            <a:extLst>
              <a:ext uri="{FF2B5EF4-FFF2-40B4-BE49-F238E27FC236}">
                <a16:creationId xmlns:a16="http://schemas.microsoft.com/office/drawing/2014/main" id="{28A1833E-4905-487C-EAD3-5769AB7EB4DC}"/>
              </a:ext>
            </a:extLst>
          </p:cNvPr>
          <p:cNvCxnSpPr>
            <a:cxnSpLocks/>
          </p:cNvCxnSpPr>
          <p:nvPr userDrawn="1"/>
        </p:nvCxnSpPr>
        <p:spPr>
          <a:xfrm>
            <a:off x="619648" y="319889"/>
            <a:ext cx="10952704" cy="0"/>
          </a:xfrm>
          <a:prstGeom prst="line">
            <a:avLst/>
          </a:prstGeom>
          <a:ln>
            <a:solidFill>
              <a:srgbClr val="6C6E70"/>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0203DFF9-132F-34DA-03CE-D9B7D0F99F73}"/>
              </a:ext>
            </a:extLst>
          </p:cNvPr>
          <p:cNvSpPr>
            <a:spLocks noGrp="1"/>
          </p:cNvSpPr>
          <p:nvPr>
            <p:ph type="title"/>
          </p:nvPr>
        </p:nvSpPr>
        <p:spPr>
          <a:xfrm>
            <a:off x="628859" y="331676"/>
            <a:ext cx="10515600" cy="994708"/>
          </a:xfrm>
        </p:spPr>
        <p:txBody>
          <a:bodyPr>
            <a:normAutofit/>
          </a:bodyPr>
          <a:lstStyle>
            <a:lvl1pPr>
              <a:defRPr sz="4400">
                <a:solidFill>
                  <a:srgbClr val="6C6E70"/>
                </a:solidFill>
              </a:defRPr>
            </a:lvl1pPr>
          </a:lstStyle>
          <a:p>
            <a:r>
              <a:rPr lang="en-US" dirty="0"/>
              <a:t>Click to edit Master title style</a:t>
            </a:r>
          </a:p>
        </p:txBody>
      </p:sp>
      <p:sp>
        <p:nvSpPr>
          <p:cNvPr id="2" name="Content Placeholder 2">
            <a:extLst>
              <a:ext uri="{FF2B5EF4-FFF2-40B4-BE49-F238E27FC236}">
                <a16:creationId xmlns:a16="http://schemas.microsoft.com/office/drawing/2014/main" id="{6F20DAB1-150E-365C-0297-5D45EBBFAEA4}"/>
              </a:ext>
            </a:extLst>
          </p:cNvPr>
          <p:cNvSpPr>
            <a:spLocks noGrp="1"/>
          </p:cNvSpPr>
          <p:nvPr>
            <p:ph idx="1"/>
          </p:nvPr>
        </p:nvSpPr>
        <p:spPr>
          <a:xfrm>
            <a:off x="838200" y="1825625"/>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52584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vider Slide - Blu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B57CD37-CF5D-0254-BB4A-4FAAB00009B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7999"/>
          </a:xfrm>
          <a:prstGeom prst="rect">
            <a:avLst/>
          </a:prstGeom>
        </p:spPr>
      </p:pic>
      <p:sp>
        <p:nvSpPr>
          <p:cNvPr id="2" name="Title 1">
            <a:extLst>
              <a:ext uri="{FF2B5EF4-FFF2-40B4-BE49-F238E27FC236}">
                <a16:creationId xmlns:a16="http://schemas.microsoft.com/office/drawing/2014/main" id="{06604213-5CF8-C3A2-A49D-FC7D70CFBE28}"/>
              </a:ext>
            </a:extLst>
          </p:cNvPr>
          <p:cNvSpPr>
            <a:spLocks noGrp="1"/>
          </p:cNvSpPr>
          <p:nvPr>
            <p:ph type="title"/>
          </p:nvPr>
        </p:nvSpPr>
        <p:spPr>
          <a:xfrm>
            <a:off x="381000" y="2539914"/>
            <a:ext cx="10515600" cy="1191827"/>
          </a:xfrm>
        </p:spPr>
        <p:txBody>
          <a:bodyPr/>
          <a:lstStyle>
            <a:lvl1pPr>
              <a:defRPr>
                <a:solidFill>
                  <a:schemeClr val="bg1"/>
                </a:solidFill>
              </a:defRPr>
            </a:lvl1pPr>
          </a:lstStyle>
          <a:p>
            <a:r>
              <a:rPr lang="en-US" dirty="0"/>
              <a:t>Click to edit Master title style</a:t>
            </a:r>
          </a:p>
        </p:txBody>
      </p:sp>
      <p:sp>
        <p:nvSpPr>
          <p:cNvPr id="3" name="Footer Placeholder 2">
            <a:extLst>
              <a:ext uri="{FF2B5EF4-FFF2-40B4-BE49-F238E27FC236}">
                <a16:creationId xmlns:a16="http://schemas.microsoft.com/office/drawing/2014/main" id="{3EAD95C7-4402-538B-AFCD-3DF0783F5EC0}"/>
              </a:ext>
            </a:extLst>
          </p:cNvPr>
          <p:cNvSpPr>
            <a:spLocks noGrp="1"/>
          </p:cNvSpPr>
          <p:nvPr>
            <p:ph type="ftr" sz="quarter" idx="10"/>
          </p:nvPr>
        </p:nvSpPr>
        <p:spPr/>
        <p:txBody>
          <a:bodyPr/>
          <a:lstStyle>
            <a:lvl1pPr>
              <a:defRPr>
                <a:solidFill>
                  <a:schemeClr val="bg1"/>
                </a:solidFill>
              </a:defRPr>
            </a:lvl1pPr>
          </a:lstStyle>
          <a:p>
            <a:r>
              <a:rPr lang="en-US" dirty="0"/>
              <a:t>Confidential – Do Not Distribute</a:t>
            </a:r>
          </a:p>
        </p:txBody>
      </p:sp>
    </p:spTree>
    <p:extLst>
      <p:ext uri="{BB962C8B-B14F-4D97-AF65-F5344CB8AC3E}">
        <p14:creationId xmlns:p14="http://schemas.microsoft.com/office/powerpoint/2010/main" val="977747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ver Page">
    <p:spTree>
      <p:nvGrpSpPr>
        <p:cNvPr id="1" name=""/>
        <p:cNvGrpSpPr/>
        <p:nvPr/>
      </p:nvGrpSpPr>
      <p:grpSpPr>
        <a:xfrm>
          <a:off x="0" y="0"/>
          <a:ext cx="0" cy="0"/>
          <a:chOff x="0" y="0"/>
          <a:chExt cx="0" cy="0"/>
        </a:xfrm>
      </p:grpSpPr>
      <p:pic>
        <p:nvPicPr>
          <p:cNvPr id="12" name="Picture 11" descr="A blue dna chain on a black background&#10;&#10;Description automatically generated">
            <a:extLst>
              <a:ext uri="{FF2B5EF4-FFF2-40B4-BE49-F238E27FC236}">
                <a16:creationId xmlns:a16="http://schemas.microsoft.com/office/drawing/2014/main" id="{5BF034B3-55DC-DE31-FA53-3ED7920A9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A169CF50-2F23-58C2-EC53-2BD6818BCDA9}"/>
              </a:ext>
            </a:extLst>
          </p:cNvPr>
          <p:cNvSpPr txBox="1"/>
          <p:nvPr userDrawn="1"/>
        </p:nvSpPr>
        <p:spPr>
          <a:xfrm>
            <a:off x="2349137" y="4100583"/>
            <a:ext cx="7705579" cy="523220"/>
          </a:xfrm>
          <a:prstGeom prst="rect">
            <a:avLst/>
          </a:prstGeom>
          <a:noFill/>
        </p:spPr>
        <p:txBody>
          <a:bodyPr wrap="square" rtlCol="0">
            <a:spAutoFit/>
          </a:bodyPr>
          <a:lstStyle/>
          <a:p>
            <a:r>
              <a:rPr lang="en-US" sz="2800" b="1" dirty="0">
                <a:solidFill>
                  <a:srgbClr val="4CB748"/>
                </a:solidFill>
                <a:latin typeface="+mj-lt"/>
              </a:rPr>
              <a:t>Unleash the Power of Oligo Customization</a:t>
            </a:r>
          </a:p>
        </p:txBody>
      </p:sp>
      <p:pic>
        <p:nvPicPr>
          <p:cNvPr id="13" name="Picture 12">
            <a:extLst>
              <a:ext uri="{FF2B5EF4-FFF2-40B4-BE49-F238E27FC236}">
                <a16:creationId xmlns:a16="http://schemas.microsoft.com/office/drawing/2014/main" id="{82479C8E-EEB6-BA2A-C76E-7B8B85B7F4B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232540" y="1955596"/>
            <a:ext cx="5938773" cy="2207332"/>
          </a:xfrm>
          <a:prstGeom prst="rect">
            <a:avLst/>
          </a:prstGeom>
        </p:spPr>
      </p:pic>
      <p:sp>
        <p:nvSpPr>
          <p:cNvPr id="3" name="TextBox 2">
            <a:extLst>
              <a:ext uri="{FF2B5EF4-FFF2-40B4-BE49-F238E27FC236}">
                <a16:creationId xmlns:a16="http://schemas.microsoft.com/office/drawing/2014/main" id="{546E2B83-10A0-E575-EAA0-7FA3766B8602}"/>
              </a:ext>
            </a:extLst>
          </p:cNvPr>
          <p:cNvSpPr txBox="1"/>
          <p:nvPr userDrawn="1"/>
        </p:nvSpPr>
        <p:spPr>
          <a:xfrm>
            <a:off x="2243210" y="4561457"/>
            <a:ext cx="7705579" cy="523220"/>
          </a:xfrm>
          <a:prstGeom prst="rect">
            <a:avLst/>
          </a:prstGeom>
          <a:noFill/>
        </p:spPr>
        <p:txBody>
          <a:bodyPr wrap="square" rtlCol="0">
            <a:spAutoFit/>
          </a:bodyPr>
          <a:lstStyle/>
          <a:p>
            <a:pPr algn="ctr"/>
            <a:r>
              <a:rPr lang="en-US" sz="2800" b="1" dirty="0">
                <a:solidFill>
                  <a:srgbClr val="4CB748"/>
                </a:solidFill>
                <a:latin typeface="+mj-lt"/>
              </a:rPr>
              <a:t>2025</a:t>
            </a:r>
          </a:p>
        </p:txBody>
      </p:sp>
    </p:spTree>
    <p:extLst>
      <p:ext uri="{BB962C8B-B14F-4D97-AF65-F5344CB8AC3E}">
        <p14:creationId xmlns:p14="http://schemas.microsoft.com/office/powerpoint/2010/main" val="28129539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Page_Option 1">
    <p:spTree>
      <p:nvGrpSpPr>
        <p:cNvPr id="1" name=""/>
        <p:cNvGrpSpPr/>
        <p:nvPr/>
      </p:nvGrpSpPr>
      <p:grpSpPr>
        <a:xfrm>
          <a:off x="0" y="0"/>
          <a:ext cx="0" cy="0"/>
          <a:chOff x="0" y="0"/>
          <a:chExt cx="0" cy="0"/>
        </a:xfrm>
      </p:grpSpPr>
      <p:pic>
        <p:nvPicPr>
          <p:cNvPr id="12" name="Picture 11" descr="A blue dna chain on a black background&#10;&#10;Description automatically generated">
            <a:extLst>
              <a:ext uri="{FF2B5EF4-FFF2-40B4-BE49-F238E27FC236}">
                <a16:creationId xmlns:a16="http://schemas.microsoft.com/office/drawing/2014/main" id="{5BF034B3-55DC-DE31-FA53-3ED7920A9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3537FF0-E3BD-157D-1788-603F26281160}"/>
              </a:ext>
            </a:extLst>
          </p:cNvPr>
          <p:cNvSpPr>
            <a:spLocks noGrp="1"/>
          </p:cNvSpPr>
          <p:nvPr>
            <p:ph type="title" hasCustomPrompt="1"/>
          </p:nvPr>
        </p:nvSpPr>
        <p:spPr>
          <a:xfrm>
            <a:off x="1508760" y="2103437"/>
            <a:ext cx="10515600" cy="1325563"/>
          </a:xfrm>
        </p:spPr>
        <p:txBody>
          <a:bodyPr>
            <a:normAutofit/>
          </a:bodyPr>
          <a:lstStyle>
            <a:lvl1pPr>
              <a:defRPr sz="4800" b="1">
                <a:solidFill>
                  <a:srgbClr val="6C6E70"/>
                </a:solidFill>
              </a:defRPr>
            </a:lvl1pPr>
          </a:lstStyle>
          <a:p>
            <a:r>
              <a:rPr lang="en-US" dirty="0"/>
              <a:t>Click to Add Presentation Title</a:t>
            </a:r>
          </a:p>
        </p:txBody>
      </p:sp>
      <p:pic>
        <p:nvPicPr>
          <p:cNvPr id="13" name="Picture 12">
            <a:extLst>
              <a:ext uri="{FF2B5EF4-FFF2-40B4-BE49-F238E27FC236}">
                <a16:creationId xmlns:a16="http://schemas.microsoft.com/office/drawing/2014/main" id="{82479C8E-EEB6-BA2A-C76E-7B8B85B7F4B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08761" y="5158206"/>
            <a:ext cx="3125384" cy="1161647"/>
          </a:xfrm>
          <a:prstGeom prst="rect">
            <a:avLst/>
          </a:prstGeom>
        </p:spPr>
      </p:pic>
      <p:sp>
        <p:nvSpPr>
          <p:cNvPr id="3" name="Text Placeholder 4">
            <a:extLst>
              <a:ext uri="{FF2B5EF4-FFF2-40B4-BE49-F238E27FC236}">
                <a16:creationId xmlns:a16="http://schemas.microsoft.com/office/drawing/2014/main" id="{6D6719E7-84F9-4F2B-5857-014F18313426}"/>
              </a:ext>
            </a:extLst>
          </p:cNvPr>
          <p:cNvSpPr>
            <a:spLocks noGrp="1"/>
          </p:cNvSpPr>
          <p:nvPr>
            <p:ph type="body" sz="quarter" idx="10" hasCustomPrompt="1"/>
          </p:nvPr>
        </p:nvSpPr>
        <p:spPr>
          <a:xfrm>
            <a:off x="1508760" y="3711443"/>
            <a:ext cx="5779008" cy="476250"/>
          </a:xfrm>
        </p:spPr>
        <p:txBody>
          <a:bodyPr/>
          <a:lstStyle>
            <a:lvl1pPr marL="0" indent="0">
              <a:buNone/>
              <a:defRPr/>
            </a:lvl1pPr>
          </a:lstStyle>
          <a:p>
            <a:pPr lvl="0"/>
            <a:r>
              <a:rPr lang="en-US" dirty="0"/>
              <a:t>Click to add date</a:t>
            </a:r>
          </a:p>
        </p:txBody>
      </p:sp>
    </p:spTree>
    <p:extLst>
      <p:ext uri="{BB962C8B-B14F-4D97-AF65-F5344CB8AC3E}">
        <p14:creationId xmlns:p14="http://schemas.microsoft.com/office/powerpoint/2010/main" val="355194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Page_Option 2">
    <p:spTree>
      <p:nvGrpSpPr>
        <p:cNvPr id="1" name=""/>
        <p:cNvGrpSpPr/>
        <p:nvPr/>
      </p:nvGrpSpPr>
      <p:grpSpPr>
        <a:xfrm>
          <a:off x="0" y="0"/>
          <a:ext cx="0" cy="0"/>
          <a:chOff x="0" y="0"/>
          <a:chExt cx="0" cy="0"/>
        </a:xfrm>
      </p:grpSpPr>
      <p:pic>
        <p:nvPicPr>
          <p:cNvPr id="5" name="Picture 4" descr="A blue dna strand with a blue background&#10;&#10;Description automatically generated">
            <a:extLst>
              <a:ext uri="{FF2B5EF4-FFF2-40B4-BE49-F238E27FC236}">
                <a16:creationId xmlns:a16="http://schemas.microsoft.com/office/drawing/2014/main" id="{6D403FB8-554A-D4BB-E70F-B5B4A9BAE2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3537FF0-E3BD-157D-1788-603F26281160}"/>
              </a:ext>
            </a:extLst>
          </p:cNvPr>
          <p:cNvSpPr>
            <a:spLocks noGrp="1"/>
          </p:cNvSpPr>
          <p:nvPr>
            <p:ph type="title" hasCustomPrompt="1"/>
          </p:nvPr>
        </p:nvSpPr>
        <p:spPr>
          <a:xfrm>
            <a:off x="1508760" y="2103437"/>
            <a:ext cx="10515600" cy="1325563"/>
          </a:xfrm>
        </p:spPr>
        <p:txBody>
          <a:bodyPr>
            <a:normAutofit/>
          </a:bodyPr>
          <a:lstStyle>
            <a:lvl1pPr>
              <a:defRPr sz="4800" b="1">
                <a:solidFill>
                  <a:schemeClr val="bg1"/>
                </a:solidFill>
              </a:defRPr>
            </a:lvl1pPr>
          </a:lstStyle>
          <a:p>
            <a:r>
              <a:rPr lang="en-US" dirty="0"/>
              <a:t>Click to Add Presentation Title</a:t>
            </a:r>
          </a:p>
        </p:txBody>
      </p:sp>
      <p:pic>
        <p:nvPicPr>
          <p:cNvPr id="7" name="Picture 6" descr="A logo with white text">
            <a:extLst>
              <a:ext uri="{FF2B5EF4-FFF2-40B4-BE49-F238E27FC236}">
                <a16:creationId xmlns:a16="http://schemas.microsoft.com/office/drawing/2014/main" id="{1AB756A4-BCEA-9573-EE4C-2C17EF2D4C0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08760" y="5098992"/>
            <a:ext cx="3027729" cy="1071070"/>
          </a:xfrm>
          <a:prstGeom prst="rect">
            <a:avLst/>
          </a:prstGeom>
        </p:spPr>
      </p:pic>
      <p:sp>
        <p:nvSpPr>
          <p:cNvPr id="4" name="Text Placeholder 4">
            <a:extLst>
              <a:ext uri="{FF2B5EF4-FFF2-40B4-BE49-F238E27FC236}">
                <a16:creationId xmlns:a16="http://schemas.microsoft.com/office/drawing/2014/main" id="{ABDA95FD-612B-B2A0-7042-2894148F816D}"/>
              </a:ext>
            </a:extLst>
          </p:cNvPr>
          <p:cNvSpPr>
            <a:spLocks noGrp="1"/>
          </p:cNvSpPr>
          <p:nvPr>
            <p:ph type="body" sz="quarter" idx="10" hasCustomPrompt="1"/>
          </p:nvPr>
        </p:nvSpPr>
        <p:spPr>
          <a:xfrm>
            <a:off x="1508760" y="3711443"/>
            <a:ext cx="5779008" cy="476250"/>
          </a:xfrm>
        </p:spPr>
        <p:txBody>
          <a:bodyPr/>
          <a:lstStyle>
            <a:lvl1pPr marL="0" indent="0">
              <a:buNone/>
              <a:defRPr>
                <a:solidFill>
                  <a:schemeClr val="bg1"/>
                </a:solidFill>
              </a:defRPr>
            </a:lvl1pPr>
          </a:lstStyle>
          <a:p>
            <a:pPr lvl="0"/>
            <a:r>
              <a:rPr lang="en-US" dirty="0"/>
              <a:t>Click to add date</a:t>
            </a:r>
          </a:p>
        </p:txBody>
      </p:sp>
    </p:spTree>
    <p:extLst>
      <p:ext uri="{BB962C8B-B14F-4D97-AF65-F5344CB8AC3E}">
        <p14:creationId xmlns:p14="http://schemas.microsoft.com/office/powerpoint/2010/main" val="6960007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Page_Option 3">
    <p:spTree>
      <p:nvGrpSpPr>
        <p:cNvPr id="1" name=""/>
        <p:cNvGrpSpPr/>
        <p:nvPr/>
      </p:nvGrpSpPr>
      <p:grpSpPr>
        <a:xfrm>
          <a:off x="0" y="0"/>
          <a:ext cx="0" cy="0"/>
          <a:chOff x="0" y="0"/>
          <a:chExt cx="0" cy="0"/>
        </a:xfrm>
      </p:grpSpPr>
      <p:pic>
        <p:nvPicPr>
          <p:cNvPr id="4" name="Picture 3" descr="A close-up of a dna&#10;&#10;Description automatically generated">
            <a:extLst>
              <a:ext uri="{FF2B5EF4-FFF2-40B4-BE49-F238E27FC236}">
                <a16:creationId xmlns:a16="http://schemas.microsoft.com/office/drawing/2014/main" id="{C73B5990-6991-E5DB-F595-4CD3B45EBC5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3537FF0-E3BD-157D-1788-603F26281160}"/>
              </a:ext>
            </a:extLst>
          </p:cNvPr>
          <p:cNvSpPr>
            <a:spLocks noGrp="1"/>
          </p:cNvSpPr>
          <p:nvPr>
            <p:ph type="title" hasCustomPrompt="1"/>
          </p:nvPr>
        </p:nvSpPr>
        <p:spPr>
          <a:xfrm>
            <a:off x="1508760" y="2103437"/>
            <a:ext cx="10515600" cy="1325563"/>
          </a:xfrm>
        </p:spPr>
        <p:txBody>
          <a:bodyPr>
            <a:normAutofit/>
          </a:bodyPr>
          <a:lstStyle>
            <a:lvl1pPr>
              <a:defRPr sz="4800" b="1">
                <a:solidFill>
                  <a:schemeClr val="bg1"/>
                </a:solidFill>
              </a:defRPr>
            </a:lvl1pPr>
          </a:lstStyle>
          <a:p>
            <a:r>
              <a:rPr lang="en-US" dirty="0"/>
              <a:t>Click to Add Presentation Title</a:t>
            </a:r>
          </a:p>
        </p:txBody>
      </p:sp>
      <p:sp>
        <p:nvSpPr>
          <p:cNvPr id="3" name="Text Placeholder 4">
            <a:extLst>
              <a:ext uri="{FF2B5EF4-FFF2-40B4-BE49-F238E27FC236}">
                <a16:creationId xmlns:a16="http://schemas.microsoft.com/office/drawing/2014/main" id="{ADDF46E0-3357-8325-46D2-E3BADE05E944}"/>
              </a:ext>
            </a:extLst>
          </p:cNvPr>
          <p:cNvSpPr>
            <a:spLocks noGrp="1"/>
          </p:cNvSpPr>
          <p:nvPr>
            <p:ph type="body" sz="quarter" idx="10" hasCustomPrompt="1"/>
          </p:nvPr>
        </p:nvSpPr>
        <p:spPr>
          <a:xfrm>
            <a:off x="1508760" y="3711443"/>
            <a:ext cx="5779008" cy="476250"/>
          </a:xfrm>
        </p:spPr>
        <p:txBody>
          <a:bodyPr/>
          <a:lstStyle>
            <a:lvl1pPr marL="0" indent="0">
              <a:buNone/>
              <a:defRPr>
                <a:solidFill>
                  <a:schemeClr val="bg1"/>
                </a:solidFill>
              </a:defRPr>
            </a:lvl1pPr>
          </a:lstStyle>
          <a:p>
            <a:pPr lvl="0"/>
            <a:r>
              <a:rPr lang="en-US" dirty="0"/>
              <a:t>Click to add date</a:t>
            </a:r>
          </a:p>
        </p:txBody>
      </p:sp>
      <p:pic>
        <p:nvPicPr>
          <p:cNvPr id="5" name="Picture 4" descr="A logo with white text">
            <a:extLst>
              <a:ext uri="{FF2B5EF4-FFF2-40B4-BE49-F238E27FC236}">
                <a16:creationId xmlns:a16="http://schemas.microsoft.com/office/drawing/2014/main" id="{61755D3D-C3C1-4207-DE38-66B8248A7DE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08760" y="5098992"/>
            <a:ext cx="3027729" cy="1071070"/>
          </a:xfrm>
          <a:prstGeom prst="rect">
            <a:avLst/>
          </a:prstGeom>
        </p:spPr>
      </p:pic>
    </p:spTree>
    <p:extLst>
      <p:ext uri="{BB962C8B-B14F-4D97-AF65-F5344CB8AC3E}">
        <p14:creationId xmlns:p14="http://schemas.microsoft.com/office/powerpoint/2010/main" val="32958156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Gra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737BFFA-F7B1-86B6-8432-6E18912F7D87}"/>
              </a:ext>
            </a:extLst>
          </p:cNvPr>
          <p:cNvSpPr/>
          <p:nvPr userDrawn="1"/>
        </p:nvSpPr>
        <p:spPr>
          <a:xfrm>
            <a:off x="0" y="0"/>
            <a:ext cx="12192000" cy="1587639"/>
          </a:xfrm>
          <a:prstGeom prst="rect">
            <a:avLst/>
          </a:prstGeom>
          <a:solidFill>
            <a:srgbClr val="6C6E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61107DDB-6837-A746-1EC4-4C837938F06B}"/>
              </a:ext>
            </a:extLst>
          </p:cNvPr>
          <p:cNvSpPr>
            <a:spLocks noGrp="1"/>
          </p:cNvSpPr>
          <p:nvPr>
            <p:ph type="ftr" sz="quarter" idx="10"/>
          </p:nvPr>
        </p:nvSpPr>
        <p:spPr/>
        <p:txBody>
          <a:bodyPr/>
          <a:lstStyle/>
          <a:p>
            <a:r>
              <a:rPr lang="en-US"/>
              <a:t>Confidential – Do Not Distribute</a:t>
            </a:r>
            <a:endParaRPr lang="en-US" dirty="0"/>
          </a:p>
        </p:txBody>
      </p:sp>
      <p:sp>
        <p:nvSpPr>
          <p:cNvPr id="4" name="Slide Number Placeholder 3">
            <a:extLst>
              <a:ext uri="{FF2B5EF4-FFF2-40B4-BE49-F238E27FC236}">
                <a16:creationId xmlns:a16="http://schemas.microsoft.com/office/drawing/2014/main" id="{BE5AC036-B8C1-C209-69F0-A1536AAED7C6}"/>
              </a:ext>
            </a:extLst>
          </p:cNvPr>
          <p:cNvSpPr>
            <a:spLocks noGrp="1"/>
          </p:cNvSpPr>
          <p:nvPr>
            <p:ph type="sldNum" sz="quarter" idx="11"/>
          </p:nvPr>
        </p:nvSpPr>
        <p:spPr/>
        <p:txBody>
          <a:bodyPr/>
          <a:lstStyle/>
          <a:p>
            <a:fld id="{FA1B4D35-D017-4806-BAD3-E7FA12AE0845}" type="slidenum">
              <a:rPr lang="en-US" smtClean="0"/>
              <a:pPr/>
              <a:t>‹#›</a:t>
            </a:fld>
            <a:endParaRPr lang="en-US" dirty="0"/>
          </a:p>
        </p:txBody>
      </p:sp>
      <p:sp>
        <p:nvSpPr>
          <p:cNvPr id="5" name="Date Placeholder 4">
            <a:extLst>
              <a:ext uri="{FF2B5EF4-FFF2-40B4-BE49-F238E27FC236}">
                <a16:creationId xmlns:a16="http://schemas.microsoft.com/office/drawing/2014/main" id="{5B6169EA-72FD-A308-DF6E-26F4CCE63660}"/>
              </a:ext>
            </a:extLst>
          </p:cNvPr>
          <p:cNvSpPr>
            <a:spLocks noGrp="1"/>
          </p:cNvSpPr>
          <p:nvPr>
            <p:ph type="dt" sz="half" idx="12"/>
          </p:nvPr>
        </p:nvSpPr>
        <p:spPr/>
        <p:txBody>
          <a:bodyPr/>
          <a:lstStyle/>
          <a:p>
            <a:fld id="{4BAB9279-3E1D-4F40-8667-5A60DFA63F40}" type="datetimeFigureOut">
              <a:rPr lang="en-US" smtClean="0"/>
              <a:t>6/10/2025</a:t>
            </a:fld>
            <a:endParaRPr lang="en-US"/>
          </a:p>
        </p:txBody>
      </p:sp>
      <p:cxnSp>
        <p:nvCxnSpPr>
          <p:cNvPr id="6" name="Straight Connector 5">
            <a:extLst>
              <a:ext uri="{FF2B5EF4-FFF2-40B4-BE49-F238E27FC236}">
                <a16:creationId xmlns:a16="http://schemas.microsoft.com/office/drawing/2014/main" id="{28A1833E-4905-487C-EAD3-5769AB7EB4DC}"/>
              </a:ext>
            </a:extLst>
          </p:cNvPr>
          <p:cNvCxnSpPr>
            <a:cxnSpLocks/>
          </p:cNvCxnSpPr>
          <p:nvPr userDrawn="1"/>
        </p:nvCxnSpPr>
        <p:spPr>
          <a:xfrm>
            <a:off x="619648" y="319889"/>
            <a:ext cx="1095270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0203DFF9-132F-34DA-03CE-D9B7D0F99F73}"/>
              </a:ext>
            </a:extLst>
          </p:cNvPr>
          <p:cNvSpPr>
            <a:spLocks noGrp="1"/>
          </p:cNvSpPr>
          <p:nvPr>
            <p:ph type="title"/>
          </p:nvPr>
        </p:nvSpPr>
        <p:spPr>
          <a:xfrm>
            <a:off x="628859" y="331676"/>
            <a:ext cx="10515600" cy="994708"/>
          </a:xfrm>
        </p:spPr>
        <p:txBody>
          <a:bodyPr>
            <a:normAutofit/>
          </a:bodyPr>
          <a:lstStyle>
            <a:lvl1pPr>
              <a:defRPr sz="4400">
                <a:solidFill>
                  <a:schemeClr val="bg1"/>
                </a:solidFill>
              </a:defRPr>
            </a:lvl1pPr>
          </a:lstStyle>
          <a:p>
            <a:r>
              <a:rPr lang="en-US" dirty="0"/>
              <a:t>Click to edit Master title style</a:t>
            </a:r>
          </a:p>
        </p:txBody>
      </p:sp>
      <p:sp>
        <p:nvSpPr>
          <p:cNvPr id="2" name="Content Placeholder 2">
            <a:extLst>
              <a:ext uri="{FF2B5EF4-FFF2-40B4-BE49-F238E27FC236}">
                <a16:creationId xmlns:a16="http://schemas.microsoft.com/office/drawing/2014/main" id="{6F20DAB1-150E-365C-0297-5D45EBBFAEA4}"/>
              </a:ext>
            </a:extLst>
          </p:cNvPr>
          <p:cNvSpPr>
            <a:spLocks noGrp="1"/>
          </p:cNvSpPr>
          <p:nvPr>
            <p:ph idx="1"/>
          </p:nvPr>
        </p:nvSpPr>
        <p:spPr>
          <a:xfrm>
            <a:off x="838200" y="1825625"/>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7DB7CACD-7894-A9C3-0368-5D6773760891}"/>
              </a:ext>
            </a:extLst>
          </p:cNvPr>
          <p:cNvSpPr/>
          <p:nvPr userDrawn="1"/>
        </p:nvSpPr>
        <p:spPr>
          <a:xfrm>
            <a:off x="0" y="1212566"/>
            <a:ext cx="5426110" cy="251207"/>
          </a:xfrm>
          <a:prstGeom prst="rect">
            <a:avLst/>
          </a:prstGeom>
          <a:solidFill>
            <a:srgbClr val="4CB7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040601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_Blu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737BFFA-F7B1-86B6-8432-6E18912F7D87}"/>
              </a:ext>
            </a:extLst>
          </p:cNvPr>
          <p:cNvSpPr/>
          <p:nvPr userDrawn="1"/>
        </p:nvSpPr>
        <p:spPr>
          <a:xfrm>
            <a:off x="0" y="0"/>
            <a:ext cx="12192000" cy="1587639"/>
          </a:xfrm>
          <a:prstGeom prst="rect">
            <a:avLst/>
          </a:prstGeom>
          <a:solidFill>
            <a:srgbClr val="0B52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61107DDB-6837-A746-1EC4-4C837938F06B}"/>
              </a:ext>
            </a:extLst>
          </p:cNvPr>
          <p:cNvSpPr>
            <a:spLocks noGrp="1"/>
          </p:cNvSpPr>
          <p:nvPr>
            <p:ph type="ftr" sz="quarter" idx="10"/>
          </p:nvPr>
        </p:nvSpPr>
        <p:spPr/>
        <p:txBody>
          <a:bodyPr/>
          <a:lstStyle/>
          <a:p>
            <a:r>
              <a:rPr lang="en-US"/>
              <a:t>Confidential – Do Not Distribute</a:t>
            </a:r>
            <a:endParaRPr lang="en-US" dirty="0"/>
          </a:p>
        </p:txBody>
      </p:sp>
      <p:sp>
        <p:nvSpPr>
          <p:cNvPr id="4" name="Slide Number Placeholder 3">
            <a:extLst>
              <a:ext uri="{FF2B5EF4-FFF2-40B4-BE49-F238E27FC236}">
                <a16:creationId xmlns:a16="http://schemas.microsoft.com/office/drawing/2014/main" id="{BE5AC036-B8C1-C209-69F0-A1536AAED7C6}"/>
              </a:ext>
            </a:extLst>
          </p:cNvPr>
          <p:cNvSpPr>
            <a:spLocks noGrp="1"/>
          </p:cNvSpPr>
          <p:nvPr>
            <p:ph type="sldNum" sz="quarter" idx="11"/>
          </p:nvPr>
        </p:nvSpPr>
        <p:spPr/>
        <p:txBody>
          <a:bodyPr/>
          <a:lstStyle/>
          <a:p>
            <a:fld id="{FA1B4D35-D017-4806-BAD3-E7FA12AE0845}" type="slidenum">
              <a:rPr lang="en-US" smtClean="0"/>
              <a:pPr/>
              <a:t>‹#›</a:t>
            </a:fld>
            <a:endParaRPr lang="en-US" dirty="0"/>
          </a:p>
        </p:txBody>
      </p:sp>
      <p:sp>
        <p:nvSpPr>
          <p:cNvPr id="5" name="Date Placeholder 4">
            <a:extLst>
              <a:ext uri="{FF2B5EF4-FFF2-40B4-BE49-F238E27FC236}">
                <a16:creationId xmlns:a16="http://schemas.microsoft.com/office/drawing/2014/main" id="{5B6169EA-72FD-A308-DF6E-26F4CCE63660}"/>
              </a:ext>
            </a:extLst>
          </p:cNvPr>
          <p:cNvSpPr>
            <a:spLocks noGrp="1"/>
          </p:cNvSpPr>
          <p:nvPr>
            <p:ph type="dt" sz="half" idx="12"/>
          </p:nvPr>
        </p:nvSpPr>
        <p:spPr/>
        <p:txBody>
          <a:bodyPr/>
          <a:lstStyle/>
          <a:p>
            <a:fld id="{4BAB9279-3E1D-4F40-8667-5A60DFA63F40}" type="datetimeFigureOut">
              <a:rPr lang="en-US" smtClean="0"/>
              <a:t>6/10/2025</a:t>
            </a:fld>
            <a:endParaRPr lang="en-US"/>
          </a:p>
        </p:txBody>
      </p:sp>
      <p:cxnSp>
        <p:nvCxnSpPr>
          <p:cNvPr id="6" name="Straight Connector 5">
            <a:extLst>
              <a:ext uri="{FF2B5EF4-FFF2-40B4-BE49-F238E27FC236}">
                <a16:creationId xmlns:a16="http://schemas.microsoft.com/office/drawing/2014/main" id="{28A1833E-4905-487C-EAD3-5769AB7EB4DC}"/>
              </a:ext>
            </a:extLst>
          </p:cNvPr>
          <p:cNvCxnSpPr>
            <a:cxnSpLocks/>
          </p:cNvCxnSpPr>
          <p:nvPr userDrawn="1"/>
        </p:nvCxnSpPr>
        <p:spPr>
          <a:xfrm>
            <a:off x="619648" y="319889"/>
            <a:ext cx="1095270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0203DFF9-132F-34DA-03CE-D9B7D0F99F73}"/>
              </a:ext>
            </a:extLst>
          </p:cNvPr>
          <p:cNvSpPr>
            <a:spLocks noGrp="1"/>
          </p:cNvSpPr>
          <p:nvPr>
            <p:ph type="title"/>
          </p:nvPr>
        </p:nvSpPr>
        <p:spPr>
          <a:xfrm>
            <a:off x="628859" y="331676"/>
            <a:ext cx="10515600" cy="994708"/>
          </a:xfrm>
        </p:spPr>
        <p:txBody>
          <a:bodyPr>
            <a:normAutofit/>
          </a:bodyPr>
          <a:lstStyle>
            <a:lvl1pPr>
              <a:defRPr sz="4400">
                <a:solidFill>
                  <a:schemeClr val="bg1"/>
                </a:solidFill>
              </a:defRPr>
            </a:lvl1pPr>
          </a:lstStyle>
          <a:p>
            <a:r>
              <a:rPr lang="en-US" dirty="0"/>
              <a:t>Click to edit Master title style</a:t>
            </a:r>
          </a:p>
        </p:txBody>
      </p:sp>
      <p:sp>
        <p:nvSpPr>
          <p:cNvPr id="2" name="Content Placeholder 2">
            <a:extLst>
              <a:ext uri="{FF2B5EF4-FFF2-40B4-BE49-F238E27FC236}">
                <a16:creationId xmlns:a16="http://schemas.microsoft.com/office/drawing/2014/main" id="{6F20DAB1-150E-365C-0297-5D45EBBFAEA4}"/>
              </a:ext>
            </a:extLst>
          </p:cNvPr>
          <p:cNvSpPr>
            <a:spLocks noGrp="1"/>
          </p:cNvSpPr>
          <p:nvPr>
            <p:ph idx="1"/>
          </p:nvPr>
        </p:nvSpPr>
        <p:spPr>
          <a:xfrm>
            <a:off x="838200" y="1825625"/>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4A3522B5-3FC0-AAEE-CC00-C797D52BFDEE}"/>
              </a:ext>
            </a:extLst>
          </p:cNvPr>
          <p:cNvSpPr/>
          <p:nvPr userDrawn="1"/>
        </p:nvSpPr>
        <p:spPr>
          <a:xfrm>
            <a:off x="0" y="1212566"/>
            <a:ext cx="5426110" cy="251207"/>
          </a:xfrm>
          <a:prstGeom prst="rect">
            <a:avLst/>
          </a:prstGeom>
          <a:solidFill>
            <a:srgbClr val="4CB7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5098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_Green Horiz">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1107DDB-6837-A746-1EC4-4C837938F06B}"/>
              </a:ext>
            </a:extLst>
          </p:cNvPr>
          <p:cNvSpPr>
            <a:spLocks noGrp="1"/>
          </p:cNvSpPr>
          <p:nvPr>
            <p:ph type="ftr" sz="quarter" idx="10"/>
          </p:nvPr>
        </p:nvSpPr>
        <p:spPr/>
        <p:txBody>
          <a:bodyPr/>
          <a:lstStyle/>
          <a:p>
            <a:r>
              <a:rPr lang="en-US"/>
              <a:t>Confidential – Do Not Distribute</a:t>
            </a:r>
            <a:endParaRPr lang="en-US" dirty="0"/>
          </a:p>
        </p:txBody>
      </p:sp>
      <p:sp>
        <p:nvSpPr>
          <p:cNvPr id="4" name="Slide Number Placeholder 3">
            <a:extLst>
              <a:ext uri="{FF2B5EF4-FFF2-40B4-BE49-F238E27FC236}">
                <a16:creationId xmlns:a16="http://schemas.microsoft.com/office/drawing/2014/main" id="{BE5AC036-B8C1-C209-69F0-A1536AAED7C6}"/>
              </a:ext>
            </a:extLst>
          </p:cNvPr>
          <p:cNvSpPr>
            <a:spLocks noGrp="1"/>
          </p:cNvSpPr>
          <p:nvPr>
            <p:ph type="sldNum" sz="quarter" idx="11"/>
          </p:nvPr>
        </p:nvSpPr>
        <p:spPr/>
        <p:txBody>
          <a:bodyPr/>
          <a:lstStyle/>
          <a:p>
            <a:fld id="{FA1B4D35-D017-4806-BAD3-E7FA12AE0845}" type="slidenum">
              <a:rPr lang="en-US" smtClean="0"/>
              <a:pPr/>
              <a:t>‹#›</a:t>
            </a:fld>
            <a:endParaRPr lang="en-US" dirty="0"/>
          </a:p>
        </p:txBody>
      </p:sp>
      <p:sp>
        <p:nvSpPr>
          <p:cNvPr id="5" name="Date Placeholder 4">
            <a:extLst>
              <a:ext uri="{FF2B5EF4-FFF2-40B4-BE49-F238E27FC236}">
                <a16:creationId xmlns:a16="http://schemas.microsoft.com/office/drawing/2014/main" id="{5B6169EA-72FD-A308-DF6E-26F4CCE63660}"/>
              </a:ext>
            </a:extLst>
          </p:cNvPr>
          <p:cNvSpPr>
            <a:spLocks noGrp="1"/>
          </p:cNvSpPr>
          <p:nvPr>
            <p:ph type="dt" sz="half" idx="12"/>
          </p:nvPr>
        </p:nvSpPr>
        <p:spPr/>
        <p:txBody>
          <a:bodyPr/>
          <a:lstStyle/>
          <a:p>
            <a:fld id="{4BAB9279-3E1D-4F40-8667-5A60DFA63F40}" type="datetimeFigureOut">
              <a:rPr lang="en-US" smtClean="0"/>
              <a:t>6/10/2025</a:t>
            </a:fld>
            <a:endParaRPr lang="en-US"/>
          </a:p>
        </p:txBody>
      </p:sp>
      <p:cxnSp>
        <p:nvCxnSpPr>
          <p:cNvPr id="6" name="Straight Connector 5">
            <a:extLst>
              <a:ext uri="{FF2B5EF4-FFF2-40B4-BE49-F238E27FC236}">
                <a16:creationId xmlns:a16="http://schemas.microsoft.com/office/drawing/2014/main" id="{28A1833E-4905-487C-EAD3-5769AB7EB4DC}"/>
              </a:ext>
            </a:extLst>
          </p:cNvPr>
          <p:cNvCxnSpPr>
            <a:cxnSpLocks/>
          </p:cNvCxnSpPr>
          <p:nvPr userDrawn="1"/>
        </p:nvCxnSpPr>
        <p:spPr>
          <a:xfrm>
            <a:off x="619648" y="319889"/>
            <a:ext cx="10952704" cy="0"/>
          </a:xfrm>
          <a:prstGeom prst="line">
            <a:avLst/>
          </a:prstGeom>
          <a:ln>
            <a:solidFill>
              <a:srgbClr val="6C6E70"/>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0203DFF9-132F-34DA-03CE-D9B7D0F99F73}"/>
              </a:ext>
            </a:extLst>
          </p:cNvPr>
          <p:cNvSpPr>
            <a:spLocks noGrp="1"/>
          </p:cNvSpPr>
          <p:nvPr>
            <p:ph type="title"/>
          </p:nvPr>
        </p:nvSpPr>
        <p:spPr>
          <a:xfrm>
            <a:off x="628859" y="331676"/>
            <a:ext cx="10515600" cy="994708"/>
          </a:xfrm>
        </p:spPr>
        <p:txBody>
          <a:bodyPr>
            <a:normAutofit/>
          </a:bodyPr>
          <a:lstStyle>
            <a:lvl1pPr>
              <a:defRPr sz="4400">
                <a:solidFill>
                  <a:srgbClr val="6C6E70"/>
                </a:solidFill>
              </a:defRPr>
            </a:lvl1pPr>
          </a:lstStyle>
          <a:p>
            <a:r>
              <a:rPr lang="en-US" dirty="0"/>
              <a:t>Click to edit Master title style</a:t>
            </a:r>
          </a:p>
        </p:txBody>
      </p:sp>
      <p:sp>
        <p:nvSpPr>
          <p:cNvPr id="2" name="Content Placeholder 2">
            <a:extLst>
              <a:ext uri="{FF2B5EF4-FFF2-40B4-BE49-F238E27FC236}">
                <a16:creationId xmlns:a16="http://schemas.microsoft.com/office/drawing/2014/main" id="{6F20DAB1-150E-365C-0297-5D45EBBFAEA4}"/>
              </a:ext>
            </a:extLst>
          </p:cNvPr>
          <p:cNvSpPr>
            <a:spLocks noGrp="1"/>
          </p:cNvSpPr>
          <p:nvPr>
            <p:ph idx="1"/>
          </p:nvPr>
        </p:nvSpPr>
        <p:spPr>
          <a:xfrm>
            <a:off x="838200" y="1825625"/>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F0A559D3-630D-6C18-A056-A56398E4CCA7}"/>
              </a:ext>
            </a:extLst>
          </p:cNvPr>
          <p:cNvSpPr/>
          <p:nvPr userDrawn="1"/>
        </p:nvSpPr>
        <p:spPr>
          <a:xfrm>
            <a:off x="0" y="1212566"/>
            <a:ext cx="5426110" cy="251207"/>
          </a:xfrm>
          <a:prstGeom prst="rect">
            <a:avLst/>
          </a:prstGeom>
          <a:solidFill>
            <a:srgbClr val="4CB7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27123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_Green Vert">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1107DDB-6837-A746-1EC4-4C837938F06B}"/>
              </a:ext>
            </a:extLst>
          </p:cNvPr>
          <p:cNvSpPr>
            <a:spLocks noGrp="1"/>
          </p:cNvSpPr>
          <p:nvPr>
            <p:ph type="ftr" sz="quarter" idx="10"/>
          </p:nvPr>
        </p:nvSpPr>
        <p:spPr/>
        <p:txBody>
          <a:bodyPr/>
          <a:lstStyle/>
          <a:p>
            <a:r>
              <a:rPr lang="en-US"/>
              <a:t>Confidential – Do Not Distribute</a:t>
            </a:r>
            <a:endParaRPr lang="en-US" dirty="0"/>
          </a:p>
        </p:txBody>
      </p:sp>
      <p:sp>
        <p:nvSpPr>
          <p:cNvPr id="4" name="Slide Number Placeholder 3">
            <a:extLst>
              <a:ext uri="{FF2B5EF4-FFF2-40B4-BE49-F238E27FC236}">
                <a16:creationId xmlns:a16="http://schemas.microsoft.com/office/drawing/2014/main" id="{BE5AC036-B8C1-C209-69F0-A1536AAED7C6}"/>
              </a:ext>
            </a:extLst>
          </p:cNvPr>
          <p:cNvSpPr>
            <a:spLocks noGrp="1"/>
          </p:cNvSpPr>
          <p:nvPr>
            <p:ph type="sldNum" sz="quarter" idx="11"/>
          </p:nvPr>
        </p:nvSpPr>
        <p:spPr/>
        <p:txBody>
          <a:bodyPr/>
          <a:lstStyle/>
          <a:p>
            <a:fld id="{FA1B4D35-D017-4806-BAD3-E7FA12AE0845}" type="slidenum">
              <a:rPr lang="en-US" smtClean="0"/>
              <a:pPr/>
              <a:t>‹#›</a:t>
            </a:fld>
            <a:endParaRPr lang="en-US" dirty="0"/>
          </a:p>
        </p:txBody>
      </p:sp>
      <p:sp>
        <p:nvSpPr>
          <p:cNvPr id="5" name="Date Placeholder 4">
            <a:extLst>
              <a:ext uri="{FF2B5EF4-FFF2-40B4-BE49-F238E27FC236}">
                <a16:creationId xmlns:a16="http://schemas.microsoft.com/office/drawing/2014/main" id="{5B6169EA-72FD-A308-DF6E-26F4CCE63660}"/>
              </a:ext>
            </a:extLst>
          </p:cNvPr>
          <p:cNvSpPr>
            <a:spLocks noGrp="1"/>
          </p:cNvSpPr>
          <p:nvPr>
            <p:ph type="dt" sz="half" idx="12"/>
          </p:nvPr>
        </p:nvSpPr>
        <p:spPr/>
        <p:txBody>
          <a:bodyPr/>
          <a:lstStyle/>
          <a:p>
            <a:fld id="{4BAB9279-3E1D-4F40-8667-5A60DFA63F40}" type="datetimeFigureOut">
              <a:rPr lang="en-US" smtClean="0"/>
              <a:t>6/10/2025</a:t>
            </a:fld>
            <a:endParaRPr lang="en-US"/>
          </a:p>
        </p:txBody>
      </p:sp>
      <p:cxnSp>
        <p:nvCxnSpPr>
          <p:cNvPr id="6" name="Straight Connector 5">
            <a:extLst>
              <a:ext uri="{FF2B5EF4-FFF2-40B4-BE49-F238E27FC236}">
                <a16:creationId xmlns:a16="http://schemas.microsoft.com/office/drawing/2014/main" id="{28A1833E-4905-487C-EAD3-5769AB7EB4DC}"/>
              </a:ext>
            </a:extLst>
          </p:cNvPr>
          <p:cNvCxnSpPr>
            <a:cxnSpLocks/>
          </p:cNvCxnSpPr>
          <p:nvPr userDrawn="1"/>
        </p:nvCxnSpPr>
        <p:spPr>
          <a:xfrm>
            <a:off x="619648" y="319889"/>
            <a:ext cx="10952704" cy="0"/>
          </a:xfrm>
          <a:prstGeom prst="line">
            <a:avLst/>
          </a:prstGeom>
          <a:ln>
            <a:solidFill>
              <a:srgbClr val="6C6E7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52C19AF-6FBF-7EB9-BCFE-FC3598011853}"/>
              </a:ext>
            </a:extLst>
          </p:cNvPr>
          <p:cNvSpPr/>
          <p:nvPr userDrawn="1"/>
        </p:nvSpPr>
        <p:spPr>
          <a:xfrm rot="5400000">
            <a:off x="-2587452" y="2587451"/>
            <a:ext cx="5426110" cy="251207"/>
          </a:xfrm>
          <a:prstGeom prst="rect">
            <a:avLst/>
          </a:prstGeom>
          <a:solidFill>
            <a:srgbClr val="4CB7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0203DFF9-132F-34DA-03CE-D9B7D0F99F73}"/>
              </a:ext>
            </a:extLst>
          </p:cNvPr>
          <p:cNvSpPr>
            <a:spLocks noGrp="1"/>
          </p:cNvSpPr>
          <p:nvPr>
            <p:ph type="title"/>
          </p:nvPr>
        </p:nvSpPr>
        <p:spPr>
          <a:xfrm>
            <a:off x="628859" y="331676"/>
            <a:ext cx="10515600" cy="994708"/>
          </a:xfrm>
        </p:spPr>
        <p:txBody>
          <a:bodyPr>
            <a:normAutofit/>
          </a:bodyPr>
          <a:lstStyle>
            <a:lvl1pPr>
              <a:defRPr sz="4400">
                <a:solidFill>
                  <a:srgbClr val="6C6E70"/>
                </a:solidFill>
              </a:defRPr>
            </a:lvl1pPr>
          </a:lstStyle>
          <a:p>
            <a:r>
              <a:rPr lang="en-US" dirty="0"/>
              <a:t>Click to edit Master title style</a:t>
            </a:r>
          </a:p>
        </p:txBody>
      </p:sp>
      <p:sp>
        <p:nvSpPr>
          <p:cNvPr id="2" name="Content Placeholder 2">
            <a:extLst>
              <a:ext uri="{FF2B5EF4-FFF2-40B4-BE49-F238E27FC236}">
                <a16:creationId xmlns:a16="http://schemas.microsoft.com/office/drawing/2014/main" id="{6F20DAB1-150E-365C-0297-5D45EBBFAEA4}"/>
              </a:ext>
            </a:extLst>
          </p:cNvPr>
          <p:cNvSpPr>
            <a:spLocks noGrp="1"/>
          </p:cNvSpPr>
          <p:nvPr>
            <p:ph idx="1"/>
          </p:nvPr>
        </p:nvSpPr>
        <p:spPr>
          <a:xfrm>
            <a:off x="838200" y="1825625"/>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952315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_Whit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1107DDB-6837-A746-1EC4-4C837938F06B}"/>
              </a:ext>
            </a:extLst>
          </p:cNvPr>
          <p:cNvSpPr>
            <a:spLocks noGrp="1"/>
          </p:cNvSpPr>
          <p:nvPr>
            <p:ph type="ftr" sz="quarter" idx="10"/>
          </p:nvPr>
        </p:nvSpPr>
        <p:spPr/>
        <p:txBody>
          <a:bodyPr/>
          <a:lstStyle/>
          <a:p>
            <a:r>
              <a:rPr lang="en-US"/>
              <a:t>Confidential – Do Not Distribute</a:t>
            </a:r>
            <a:endParaRPr lang="en-US" dirty="0"/>
          </a:p>
        </p:txBody>
      </p:sp>
      <p:sp>
        <p:nvSpPr>
          <p:cNvPr id="4" name="Slide Number Placeholder 3">
            <a:extLst>
              <a:ext uri="{FF2B5EF4-FFF2-40B4-BE49-F238E27FC236}">
                <a16:creationId xmlns:a16="http://schemas.microsoft.com/office/drawing/2014/main" id="{BE5AC036-B8C1-C209-69F0-A1536AAED7C6}"/>
              </a:ext>
            </a:extLst>
          </p:cNvPr>
          <p:cNvSpPr>
            <a:spLocks noGrp="1"/>
          </p:cNvSpPr>
          <p:nvPr>
            <p:ph type="sldNum" sz="quarter" idx="11"/>
          </p:nvPr>
        </p:nvSpPr>
        <p:spPr/>
        <p:txBody>
          <a:bodyPr/>
          <a:lstStyle/>
          <a:p>
            <a:fld id="{FA1B4D35-D017-4806-BAD3-E7FA12AE0845}" type="slidenum">
              <a:rPr lang="en-US" smtClean="0"/>
              <a:pPr/>
              <a:t>‹#›</a:t>
            </a:fld>
            <a:endParaRPr lang="en-US" dirty="0"/>
          </a:p>
        </p:txBody>
      </p:sp>
      <p:sp>
        <p:nvSpPr>
          <p:cNvPr id="5" name="Date Placeholder 4">
            <a:extLst>
              <a:ext uri="{FF2B5EF4-FFF2-40B4-BE49-F238E27FC236}">
                <a16:creationId xmlns:a16="http://schemas.microsoft.com/office/drawing/2014/main" id="{5B6169EA-72FD-A308-DF6E-26F4CCE63660}"/>
              </a:ext>
            </a:extLst>
          </p:cNvPr>
          <p:cNvSpPr>
            <a:spLocks noGrp="1"/>
          </p:cNvSpPr>
          <p:nvPr>
            <p:ph type="dt" sz="half" idx="12"/>
          </p:nvPr>
        </p:nvSpPr>
        <p:spPr/>
        <p:txBody>
          <a:bodyPr/>
          <a:lstStyle/>
          <a:p>
            <a:fld id="{4BAB9279-3E1D-4F40-8667-5A60DFA63F40}" type="datetimeFigureOut">
              <a:rPr lang="en-US" smtClean="0"/>
              <a:t>6/10/2025</a:t>
            </a:fld>
            <a:endParaRPr lang="en-US"/>
          </a:p>
        </p:txBody>
      </p:sp>
      <p:cxnSp>
        <p:nvCxnSpPr>
          <p:cNvPr id="6" name="Straight Connector 5">
            <a:extLst>
              <a:ext uri="{FF2B5EF4-FFF2-40B4-BE49-F238E27FC236}">
                <a16:creationId xmlns:a16="http://schemas.microsoft.com/office/drawing/2014/main" id="{28A1833E-4905-487C-EAD3-5769AB7EB4DC}"/>
              </a:ext>
            </a:extLst>
          </p:cNvPr>
          <p:cNvCxnSpPr>
            <a:cxnSpLocks/>
          </p:cNvCxnSpPr>
          <p:nvPr userDrawn="1"/>
        </p:nvCxnSpPr>
        <p:spPr>
          <a:xfrm>
            <a:off x="619648" y="319889"/>
            <a:ext cx="10952704" cy="0"/>
          </a:xfrm>
          <a:prstGeom prst="line">
            <a:avLst/>
          </a:prstGeom>
          <a:ln>
            <a:solidFill>
              <a:srgbClr val="6C6E70"/>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0203DFF9-132F-34DA-03CE-D9B7D0F99F73}"/>
              </a:ext>
            </a:extLst>
          </p:cNvPr>
          <p:cNvSpPr>
            <a:spLocks noGrp="1"/>
          </p:cNvSpPr>
          <p:nvPr>
            <p:ph type="title"/>
          </p:nvPr>
        </p:nvSpPr>
        <p:spPr>
          <a:xfrm>
            <a:off x="628859" y="331676"/>
            <a:ext cx="10515600" cy="994708"/>
          </a:xfrm>
        </p:spPr>
        <p:txBody>
          <a:bodyPr>
            <a:normAutofit/>
          </a:bodyPr>
          <a:lstStyle>
            <a:lvl1pPr>
              <a:defRPr sz="4400">
                <a:solidFill>
                  <a:srgbClr val="6C6E70"/>
                </a:solidFill>
              </a:defRPr>
            </a:lvl1pPr>
          </a:lstStyle>
          <a:p>
            <a:r>
              <a:rPr lang="en-US" dirty="0"/>
              <a:t>Click to edit Master title style</a:t>
            </a:r>
          </a:p>
        </p:txBody>
      </p:sp>
      <p:sp>
        <p:nvSpPr>
          <p:cNvPr id="2" name="Content Placeholder 2">
            <a:extLst>
              <a:ext uri="{FF2B5EF4-FFF2-40B4-BE49-F238E27FC236}">
                <a16:creationId xmlns:a16="http://schemas.microsoft.com/office/drawing/2014/main" id="{6F20DAB1-150E-365C-0297-5D45EBBFAEA4}"/>
              </a:ext>
            </a:extLst>
          </p:cNvPr>
          <p:cNvSpPr>
            <a:spLocks noGrp="1"/>
          </p:cNvSpPr>
          <p:nvPr>
            <p:ph idx="1"/>
          </p:nvPr>
        </p:nvSpPr>
        <p:spPr>
          <a:xfrm>
            <a:off x="838200" y="1825625"/>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183180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Divider Slide - Blu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B57CD37-CF5D-0254-BB4A-4FAAB00009B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7999"/>
          </a:xfrm>
          <a:prstGeom prst="rect">
            <a:avLst/>
          </a:prstGeom>
        </p:spPr>
      </p:pic>
      <p:sp>
        <p:nvSpPr>
          <p:cNvPr id="2" name="Title 1">
            <a:extLst>
              <a:ext uri="{FF2B5EF4-FFF2-40B4-BE49-F238E27FC236}">
                <a16:creationId xmlns:a16="http://schemas.microsoft.com/office/drawing/2014/main" id="{06604213-5CF8-C3A2-A49D-FC7D70CFBE28}"/>
              </a:ext>
            </a:extLst>
          </p:cNvPr>
          <p:cNvSpPr>
            <a:spLocks noGrp="1"/>
          </p:cNvSpPr>
          <p:nvPr>
            <p:ph type="title"/>
          </p:nvPr>
        </p:nvSpPr>
        <p:spPr>
          <a:xfrm>
            <a:off x="381000" y="2539914"/>
            <a:ext cx="10515600" cy="1191827"/>
          </a:xfrm>
        </p:spPr>
        <p:txBody>
          <a:bodyPr/>
          <a:lstStyle>
            <a:lvl1pPr>
              <a:defRPr>
                <a:solidFill>
                  <a:schemeClr val="bg1"/>
                </a:solidFill>
              </a:defRPr>
            </a:lvl1pPr>
          </a:lstStyle>
          <a:p>
            <a:r>
              <a:rPr lang="en-US" dirty="0"/>
              <a:t>Click to edit Master title style</a:t>
            </a:r>
          </a:p>
        </p:txBody>
      </p:sp>
      <p:sp>
        <p:nvSpPr>
          <p:cNvPr id="3" name="Footer Placeholder 2">
            <a:extLst>
              <a:ext uri="{FF2B5EF4-FFF2-40B4-BE49-F238E27FC236}">
                <a16:creationId xmlns:a16="http://schemas.microsoft.com/office/drawing/2014/main" id="{3EAD95C7-4402-538B-AFCD-3DF0783F5EC0}"/>
              </a:ext>
            </a:extLst>
          </p:cNvPr>
          <p:cNvSpPr>
            <a:spLocks noGrp="1"/>
          </p:cNvSpPr>
          <p:nvPr>
            <p:ph type="ftr" sz="quarter" idx="10"/>
          </p:nvPr>
        </p:nvSpPr>
        <p:spPr/>
        <p:txBody>
          <a:bodyPr/>
          <a:lstStyle>
            <a:lvl1pPr>
              <a:defRPr>
                <a:solidFill>
                  <a:schemeClr val="bg1"/>
                </a:solidFill>
              </a:defRPr>
            </a:lvl1pPr>
          </a:lstStyle>
          <a:p>
            <a:r>
              <a:rPr lang="en-US" dirty="0"/>
              <a:t>Confidential – Do Not Distribute</a:t>
            </a:r>
          </a:p>
        </p:txBody>
      </p:sp>
    </p:spTree>
    <p:extLst>
      <p:ext uri="{BB962C8B-B14F-4D97-AF65-F5344CB8AC3E}">
        <p14:creationId xmlns:p14="http://schemas.microsoft.com/office/powerpoint/2010/main" val="9277103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over Page_Blue">
    <p:spTree>
      <p:nvGrpSpPr>
        <p:cNvPr id="1" name=""/>
        <p:cNvGrpSpPr/>
        <p:nvPr/>
      </p:nvGrpSpPr>
      <p:grpSpPr>
        <a:xfrm>
          <a:off x="0" y="0"/>
          <a:ext cx="0" cy="0"/>
          <a:chOff x="0" y="0"/>
          <a:chExt cx="0" cy="0"/>
        </a:xfrm>
      </p:grpSpPr>
      <p:pic>
        <p:nvPicPr>
          <p:cNvPr id="5" name="Picture 4" descr="A blue dna strand with a blue background&#10;&#10;Description automatically generated">
            <a:extLst>
              <a:ext uri="{FF2B5EF4-FFF2-40B4-BE49-F238E27FC236}">
                <a16:creationId xmlns:a16="http://schemas.microsoft.com/office/drawing/2014/main" id="{6D403FB8-554A-D4BB-E70F-B5B4A9BAE2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39D904FD-4107-7AF3-D13D-C63139EC109B}"/>
              </a:ext>
            </a:extLst>
          </p:cNvPr>
          <p:cNvSpPr txBox="1"/>
          <p:nvPr userDrawn="1"/>
        </p:nvSpPr>
        <p:spPr>
          <a:xfrm>
            <a:off x="2349137" y="4100583"/>
            <a:ext cx="7705579" cy="523220"/>
          </a:xfrm>
          <a:prstGeom prst="rect">
            <a:avLst/>
          </a:prstGeom>
          <a:noFill/>
        </p:spPr>
        <p:txBody>
          <a:bodyPr wrap="square" rtlCol="0">
            <a:spAutoFit/>
          </a:bodyPr>
          <a:lstStyle/>
          <a:p>
            <a:r>
              <a:rPr lang="en-US" sz="2800" b="1" dirty="0">
                <a:solidFill>
                  <a:srgbClr val="4CB748"/>
                </a:solidFill>
                <a:latin typeface="+mj-lt"/>
              </a:rPr>
              <a:t>Unleash the Power of Oligo Customization</a:t>
            </a:r>
          </a:p>
        </p:txBody>
      </p:sp>
      <p:pic>
        <p:nvPicPr>
          <p:cNvPr id="4" name="Picture 3">
            <a:extLst>
              <a:ext uri="{FF2B5EF4-FFF2-40B4-BE49-F238E27FC236}">
                <a16:creationId xmlns:a16="http://schemas.microsoft.com/office/drawing/2014/main" id="{D7681841-F068-E61F-6632-B39E2BD3D84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229710" y="2007830"/>
            <a:ext cx="5944434" cy="2102864"/>
          </a:xfrm>
          <a:prstGeom prst="rect">
            <a:avLst/>
          </a:prstGeom>
        </p:spPr>
      </p:pic>
      <p:sp>
        <p:nvSpPr>
          <p:cNvPr id="6" name="TextBox 5">
            <a:extLst>
              <a:ext uri="{FF2B5EF4-FFF2-40B4-BE49-F238E27FC236}">
                <a16:creationId xmlns:a16="http://schemas.microsoft.com/office/drawing/2014/main" id="{76CE2F5F-08B1-38A9-5418-AC76D49D124F}"/>
              </a:ext>
            </a:extLst>
          </p:cNvPr>
          <p:cNvSpPr txBox="1"/>
          <p:nvPr userDrawn="1"/>
        </p:nvSpPr>
        <p:spPr>
          <a:xfrm>
            <a:off x="2243210" y="4561457"/>
            <a:ext cx="7705579" cy="523220"/>
          </a:xfrm>
          <a:prstGeom prst="rect">
            <a:avLst/>
          </a:prstGeom>
          <a:noFill/>
        </p:spPr>
        <p:txBody>
          <a:bodyPr wrap="square" rtlCol="0">
            <a:spAutoFit/>
          </a:bodyPr>
          <a:lstStyle/>
          <a:p>
            <a:pPr algn="ctr"/>
            <a:r>
              <a:rPr lang="en-US" sz="2800" b="1" dirty="0">
                <a:solidFill>
                  <a:srgbClr val="4CB748"/>
                </a:solidFill>
                <a:latin typeface="+mj-lt"/>
              </a:rPr>
              <a:t>2025</a:t>
            </a:r>
          </a:p>
        </p:txBody>
      </p:sp>
    </p:spTree>
    <p:extLst>
      <p:ext uri="{BB962C8B-B14F-4D97-AF65-F5344CB8AC3E}">
        <p14:creationId xmlns:p14="http://schemas.microsoft.com/office/powerpoint/2010/main" val="27825987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Page_Blue 1">
    <p:spTree>
      <p:nvGrpSpPr>
        <p:cNvPr id="1" name=""/>
        <p:cNvGrpSpPr/>
        <p:nvPr/>
      </p:nvGrpSpPr>
      <p:grpSpPr>
        <a:xfrm>
          <a:off x="0" y="0"/>
          <a:ext cx="0" cy="0"/>
          <a:chOff x="0" y="0"/>
          <a:chExt cx="0" cy="0"/>
        </a:xfrm>
      </p:grpSpPr>
      <p:pic>
        <p:nvPicPr>
          <p:cNvPr id="5" name="Picture 4" descr="A blue dna strand with a blue background&#10;&#10;Description automatically generated">
            <a:extLst>
              <a:ext uri="{FF2B5EF4-FFF2-40B4-BE49-F238E27FC236}">
                <a16:creationId xmlns:a16="http://schemas.microsoft.com/office/drawing/2014/main" id="{6D403FB8-554A-D4BB-E70F-B5B4A9BAE2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3537FF0-E3BD-157D-1788-603F26281160}"/>
              </a:ext>
            </a:extLst>
          </p:cNvPr>
          <p:cNvSpPr>
            <a:spLocks noGrp="1"/>
          </p:cNvSpPr>
          <p:nvPr>
            <p:ph type="title" hasCustomPrompt="1"/>
          </p:nvPr>
        </p:nvSpPr>
        <p:spPr>
          <a:xfrm>
            <a:off x="1508760" y="2103437"/>
            <a:ext cx="10515600" cy="1325563"/>
          </a:xfrm>
        </p:spPr>
        <p:txBody>
          <a:bodyPr>
            <a:normAutofit/>
          </a:bodyPr>
          <a:lstStyle>
            <a:lvl1pPr>
              <a:defRPr sz="4800" b="1">
                <a:solidFill>
                  <a:schemeClr val="bg1"/>
                </a:solidFill>
              </a:defRPr>
            </a:lvl1pPr>
          </a:lstStyle>
          <a:p>
            <a:r>
              <a:rPr lang="en-US" dirty="0"/>
              <a:t>Click to Add Presentation Title</a:t>
            </a:r>
          </a:p>
        </p:txBody>
      </p:sp>
      <p:sp>
        <p:nvSpPr>
          <p:cNvPr id="3" name="Text Placeholder 4">
            <a:extLst>
              <a:ext uri="{FF2B5EF4-FFF2-40B4-BE49-F238E27FC236}">
                <a16:creationId xmlns:a16="http://schemas.microsoft.com/office/drawing/2014/main" id="{69610912-CF40-B165-B82A-0F75EA155352}"/>
              </a:ext>
            </a:extLst>
          </p:cNvPr>
          <p:cNvSpPr>
            <a:spLocks noGrp="1"/>
          </p:cNvSpPr>
          <p:nvPr>
            <p:ph type="body" sz="quarter" idx="10" hasCustomPrompt="1"/>
          </p:nvPr>
        </p:nvSpPr>
        <p:spPr>
          <a:xfrm>
            <a:off x="1508760" y="3711443"/>
            <a:ext cx="5779008" cy="476250"/>
          </a:xfrm>
        </p:spPr>
        <p:txBody>
          <a:bodyPr/>
          <a:lstStyle>
            <a:lvl1pPr marL="0" indent="0">
              <a:buNone/>
              <a:defRPr/>
            </a:lvl1pPr>
          </a:lstStyle>
          <a:p>
            <a:pPr lvl="0"/>
            <a:r>
              <a:rPr lang="en-US" dirty="0"/>
              <a:t>Click to add date</a:t>
            </a:r>
          </a:p>
        </p:txBody>
      </p:sp>
      <p:pic>
        <p:nvPicPr>
          <p:cNvPr id="4" name="Picture 3" descr="A logo with white text">
            <a:extLst>
              <a:ext uri="{FF2B5EF4-FFF2-40B4-BE49-F238E27FC236}">
                <a16:creationId xmlns:a16="http://schemas.microsoft.com/office/drawing/2014/main" id="{D97CE9A0-64B7-4666-14DA-CCF09E1A102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08760" y="5098992"/>
            <a:ext cx="3027729" cy="1071070"/>
          </a:xfrm>
          <a:prstGeom prst="rect">
            <a:avLst/>
          </a:prstGeom>
        </p:spPr>
      </p:pic>
    </p:spTree>
    <p:extLst>
      <p:ext uri="{BB962C8B-B14F-4D97-AF65-F5344CB8AC3E}">
        <p14:creationId xmlns:p14="http://schemas.microsoft.com/office/powerpoint/2010/main" val="38983478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Page_Blue 2">
    <p:spTree>
      <p:nvGrpSpPr>
        <p:cNvPr id="1" name=""/>
        <p:cNvGrpSpPr/>
        <p:nvPr/>
      </p:nvGrpSpPr>
      <p:grpSpPr>
        <a:xfrm>
          <a:off x="0" y="0"/>
          <a:ext cx="0" cy="0"/>
          <a:chOff x="0" y="0"/>
          <a:chExt cx="0" cy="0"/>
        </a:xfrm>
      </p:grpSpPr>
      <p:pic>
        <p:nvPicPr>
          <p:cNvPr id="4" name="Picture 3" descr="A close-up of a dna&#10;&#10;Description automatically generated">
            <a:extLst>
              <a:ext uri="{FF2B5EF4-FFF2-40B4-BE49-F238E27FC236}">
                <a16:creationId xmlns:a16="http://schemas.microsoft.com/office/drawing/2014/main" id="{C73B5990-6991-E5DB-F595-4CD3B45EBC5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3537FF0-E3BD-157D-1788-603F26281160}"/>
              </a:ext>
            </a:extLst>
          </p:cNvPr>
          <p:cNvSpPr>
            <a:spLocks noGrp="1"/>
          </p:cNvSpPr>
          <p:nvPr>
            <p:ph type="title" hasCustomPrompt="1"/>
          </p:nvPr>
        </p:nvSpPr>
        <p:spPr>
          <a:xfrm>
            <a:off x="1508760" y="2103437"/>
            <a:ext cx="10515600" cy="1325563"/>
          </a:xfrm>
        </p:spPr>
        <p:txBody>
          <a:bodyPr>
            <a:normAutofit/>
          </a:bodyPr>
          <a:lstStyle>
            <a:lvl1pPr>
              <a:defRPr sz="4800" b="1">
                <a:solidFill>
                  <a:schemeClr val="bg1"/>
                </a:solidFill>
              </a:defRPr>
            </a:lvl1pPr>
          </a:lstStyle>
          <a:p>
            <a:r>
              <a:rPr lang="en-US" dirty="0"/>
              <a:t>Click to Add Presentation Title</a:t>
            </a:r>
          </a:p>
        </p:txBody>
      </p:sp>
      <p:sp>
        <p:nvSpPr>
          <p:cNvPr id="3" name="Text Placeholder 4">
            <a:extLst>
              <a:ext uri="{FF2B5EF4-FFF2-40B4-BE49-F238E27FC236}">
                <a16:creationId xmlns:a16="http://schemas.microsoft.com/office/drawing/2014/main" id="{253A09EB-1CC4-D7F9-E438-1ACD59888AC3}"/>
              </a:ext>
            </a:extLst>
          </p:cNvPr>
          <p:cNvSpPr>
            <a:spLocks noGrp="1"/>
          </p:cNvSpPr>
          <p:nvPr>
            <p:ph type="body" sz="quarter" idx="10" hasCustomPrompt="1"/>
          </p:nvPr>
        </p:nvSpPr>
        <p:spPr>
          <a:xfrm>
            <a:off x="1508760" y="3711443"/>
            <a:ext cx="5779008" cy="476250"/>
          </a:xfrm>
        </p:spPr>
        <p:txBody>
          <a:bodyPr/>
          <a:lstStyle>
            <a:lvl1pPr marL="0" indent="0">
              <a:buNone/>
              <a:defRPr/>
            </a:lvl1pPr>
          </a:lstStyle>
          <a:p>
            <a:pPr lvl="0"/>
            <a:r>
              <a:rPr lang="en-US" dirty="0"/>
              <a:t>Click to add date</a:t>
            </a:r>
          </a:p>
        </p:txBody>
      </p:sp>
      <p:pic>
        <p:nvPicPr>
          <p:cNvPr id="5" name="Picture 4" descr="A logo with white text">
            <a:extLst>
              <a:ext uri="{FF2B5EF4-FFF2-40B4-BE49-F238E27FC236}">
                <a16:creationId xmlns:a16="http://schemas.microsoft.com/office/drawing/2014/main" id="{69B5D3F7-8A93-7514-CECA-9AC939C65CA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08760" y="5098992"/>
            <a:ext cx="3027729" cy="1071070"/>
          </a:xfrm>
          <a:prstGeom prst="rect">
            <a:avLst/>
          </a:prstGeom>
        </p:spPr>
      </p:pic>
    </p:spTree>
    <p:extLst>
      <p:ext uri="{BB962C8B-B14F-4D97-AF65-F5344CB8AC3E}">
        <p14:creationId xmlns:p14="http://schemas.microsoft.com/office/powerpoint/2010/main" val="35663674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ue BG_Title and Content_Gra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737BFFA-F7B1-86B6-8432-6E18912F7D87}"/>
              </a:ext>
            </a:extLst>
          </p:cNvPr>
          <p:cNvSpPr/>
          <p:nvPr userDrawn="1"/>
        </p:nvSpPr>
        <p:spPr>
          <a:xfrm>
            <a:off x="0" y="0"/>
            <a:ext cx="12192000" cy="1587639"/>
          </a:xfrm>
          <a:prstGeom prst="rect">
            <a:avLst/>
          </a:prstGeom>
          <a:solidFill>
            <a:srgbClr val="6C6E7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61107DDB-6837-A746-1EC4-4C837938F06B}"/>
              </a:ext>
            </a:extLst>
          </p:cNvPr>
          <p:cNvSpPr>
            <a:spLocks noGrp="1"/>
          </p:cNvSpPr>
          <p:nvPr>
            <p:ph type="ftr" sz="quarter" idx="10"/>
          </p:nvPr>
        </p:nvSpPr>
        <p:spPr/>
        <p:txBody>
          <a:bodyPr/>
          <a:lstStyle/>
          <a:p>
            <a:r>
              <a:rPr lang="en-US"/>
              <a:t>Confidential – Do Not Distribute</a:t>
            </a:r>
            <a:endParaRPr lang="en-US" dirty="0"/>
          </a:p>
        </p:txBody>
      </p:sp>
      <p:sp>
        <p:nvSpPr>
          <p:cNvPr id="4" name="Slide Number Placeholder 3">
            <a:extLst>
              <a:ext uri="{FF2B5EF4-FFF2-40B4-BE49-F238E27FC236}">
                <a16:creationId xmlns:a16="http://schemas.microsoft.com/office/drawing/2014/main" id="{BE5AC036-B8C1-C209-69F0-A1536AAED7C6}"/>
              </a:ext>
            </a:extLst>
          </p:cNvPr>
          <p:cNvSpPr>
            <a:spLocks noGrp="1"/>
          </p:cNvSpPr>
          <p:nvPr>
            <p:ph type="sldNum" sz="quarter" idx="11"/>
          </p:nvPr>
        </p:nvSpPr>
        <p:spPr/>
        <p:txBody>
          <a:bodyPr/>
          <a:lstStyle/>
          <a:p>
            <a:fld id="{FA1B4D35-D017-4806-BAD3-E7FA12AE0845}" type="slidenum">
              <a:rPr lang="en-US" smtClean="0"/>
              <a:pPr/>
              <a:t>‹#›</a:t>
            </a:fld>
            <a:endParaRPr lang="en-US" dirty="0"/>
          </a:p>
        </p:txBody>
      </p:sp>
      <p:cxnSp>
        <p:nvCxnSpPr>
          <p:cNvPr id="6" name="Straight Connector 5">
            <a:extLst>
              <a:ext uri="{FF2B5EF4-FFF2-40B4-BE49-F238E27FC236}">
                <a16:creationId xmlns:a16="http://schemas.microsoft.com/office/drawing/2014/main" id="{28A1833E-4905-487C-EAD3-5769AB7EB4DC}"/>
              </a:ext>
            </a:extLst>
          </p:cNvPr>
          <p:cNvCxnSpPr>
            <a:cxnSpLocks/>
          </p:cNvCxnSpPr>
          <p:nvPr userDrawn="1"/>
        </p:nvCxnSpPr>
        <p:spPr>
          <a:xfrm>
            <a:off x="619648" y="319889"/>
            <a:ext cx="1095270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0203DFF9-132F-34DA-03CE-D9B7D0F99F73}"/>
              </a:ext>
            </a:extLst>
          </p:cNvPr>
          <p:cNvSpPr>
            <a:spLocks noGrp="1"/>
          </p:cNvSpPr>
          <p:nvPr>
            <p:ph type="title"/>
          </p:nvPr>
        </p:nvSpPr>
        <p:spPr>
          <a:xfrm>
            <a:off x="628859" y="331676"/>
            <a:ext cx="10515600" cy="994708"/>
          </a:xfrm>
        </p:spPr>
        <p:txBody>
          <a:bodyPr>
            <a:normAutofit/>
          </a:bodyPr>
          <a:lstStyle>
            <a:lvl1pPr>
              <a:defRPr sz="4400">
                <a:solidFill>
                  <a:schemeClr val="bg1"/>
                </a:solidFill>
              </a:defRPr>
            </a:lvl1pPr>
          </a:lstStyle>
          <a:p>
            <a:r>
              <a:rPr lang="en-US" dirty="0"/>
              <a:t>Click to edit Master title style</a:t>
            </a:r>
          </a:p>
        </p:txBody>
      </p:sp>
      <p:sp>
        <p:nvSpPr>
          <p:cNvPr id="2" name="Content Placeholder 2">
            <a:extLst>
              <a:ext uri="{FF2B5EF4-FFF2-40B4-BE49-F238E27FC236}">
                <a16:creationId xmlns:a16="http://schemas.microsoft.com/office/drawing/2014/main" id="{6F20DAB1-150E-365C-0297-5D45EBBFAEA4}"/>
              </a:ext>
            </a:extLst>
          </p:cNvPr>
          <p:cNvSpPr>
            <a:spLocks noGrp="1"/>
          </p:cNvSpPr>
          <p:nvPr>
            <p:ph idx="1"/>
          </p:nvPr>
        </p:nvSpPr>
        <p:spPr>
          <a:xfrm>
            <a:off x="838200" y="1825625"/>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FEDA7D1B-F7C0-EFED-532B-4D9E2CD8B412}"/>
              </a:ext>
            </a:extLst>
          </p:cNvPr>
          <p:cNvSpPr/>
          <p:nvPr userDrawn="1"/>
        </p:nvSpPr>
        <p:spPr>
          <a:xfrm>
            <a:off x="0" y="1212566"/>
            <a:ext cx="5426110" cy="251207"/>
          </a:xfrm>
          <a:prstGeom prst="rect">
            <a:avLst/>
          </a:prstGeom>
          <a:solidFill>
            <a:srgbClr val="4CB7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7114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ue BG_Title and Content_Green Horiz">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1107DDB-6837-A746-1EC4-4C837938F06B}"/>
              </a:ext>
            </a:extLst>
          </p:cNvPr>
          <p:cNvSpPr>
            <a:spLocks noGrp="1"/>
          </p:cNvSpPr>
          <p:nvPr>
            <p:ph type="ftr" sz="quarter" idx="10"/>
          </p:nvPr>
        </p:nvSpPr>
        <p:spPr/>
        <p:txBody>
          <a:bodyPr/>
          <a:lstStyle/>
          <a:p>
            <a:r>
              <a:rPr lang="en-US"/>
              <a:t>Confidential – Do Not Distribute</a:t>
            </a:r>
            <a:endParaRPr lang="en-US" dirty="0"/>
          </a:p>
        </p:txBody>
      </p:sp>
      <p:sp>
        <p:nvSpPr>
          <p:cNvPr id="4" name="Slide Number Placeholder 3">
            <a:extLst>
              <a:ext uri="{FF2B5EF4-FFF2-40B4-BE49-F238E27FC236}">
                <a16:creationId xmlns:a16="http://schemas.microsoft.com/office/drawing/2014/main" id="{BE5AC036-B8C1-C209-69F0-A1536AAED7C6}"/>
              </a:ext>
            </a:extLst>
          </p:cNvPr>
          <p:cNvSpPr>
            <a:spLocks noGrp="1"/>
          </p:cNvSpPr>
          <p:nvPr>
            <p:ph type="sldNum" sz="quarter" idx="11"/>
          </p:nvPr>
        </p:nvSpPr>
        <p:spPr/>
        <p:txBody>
          <a:bodyPr/>
          <a:lstStyle/>
          <a:p>
            <a:fld id="{FA1B4D35-D017-4806-BAD3-E7FA12AE0845}" type="slidenum">
              <a:rPr lang="en-US" smtClean="0"/>
              <a:pPr/>
              <a:t>‹#›</a:t>
            </a:fld>
            <a:endParaRPr lang="en-US" dirty="0"/>
          </a:p>
        </p:txBody>
      </p:sp>
      <p:cxnSp>
        <p:nvCxnSpPr>
          <p:cNvPr id="6" name="Straight Connector 5">
            <a:extLst>
              <a:ext uri="{FF2B5EF4-FFF2-40B4-BE49-F238E27FC236}">
                <a16:creationId xmlns:a16="http://schemas.microsoft.com/office/drawing/2014/main" id="{28A1833E-4905-487C-EAD3-5769AB7EB4DC}"/>
              </a:ext>
            </a:extLst>
          </p:cNvPr>
          <p:cNvCxnSpPr>
            <a:cxnSpLocks/>
          </p:cNvCxnSpPr>
          <p:nvPr userDrawn="1"/>
        </p:nvCxnSpPr>
        <p:spPr>
          <a:xfrm>
            <a:off x="619648" y="319889"/>
            <a:ext cx="1095270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0203DFF9-132F-34DA-03CE-D9B7D0F99F73}"/>
              </a:ext>
            </a:extLst>
          </p:cNvPr>
          <p:cNvSpPr>
            <a:spLocks noGrp="1"/>
          </p:cNvSpPr>
          <p:nvPr>
            <p:ph type="title"/>
          </p:nvPr>
        </p:nvSpPr>
        <p:spPr>
          <a:xfrm>
            <a:off x="628859" y="331676"/>
            <a:ext cx="10515600" cy="994708"/>
          </a:xfrm>
        </p:spPr>
        <p:txBody>
          <a:bodyPr>
            <a:normAutofit/>
          </a:bodyPr>
          <a:lstStyle>
            <a:lvl1pPr>
              <a:defRPr sz="4400">
                <a:solidFill>
                  <a:schemeClr val="bg1"/>
                </a:solidFill>
              </a:defRPr>
            </a:lvl1pPr>
          </a:lstStyle>
          <a:p>
            <a:r>
              <a:rPr lang="en-US" dirty="0"/>
              <a:t>Click to edit Master title style</a:t>
            </a:r>
          </a:p>
        </p:txBody>
      </p:sp>
      <p:sp>
        <p:nvSpPr>
          <p:cNvPr id="2" name="Content Placeholder 2">
            <a:extLst>
              <a:ext uri="{FF2B5EF4-FFF2-40B4-BE49-F238E27FC236}">
                <a16:creationId xmlns:a16="http://schemas.microsoft.com/office/drawing/2014/main" id="{6F20DAB1-150E-365C-0297-5D45EBBFAEA4}"/>
              </a:ext>
            </a:extLst>
          </p:cNvPr>
          <p:cNvSpPr>
            <a:spLocks noGrp="1"/>
          </p:cNvSpPr>
          <p:nvPr>
            <p:ph idx="1"/>
          </p:nvPr>
        </p:nvSpPr>
        <p:spPr>
          <a:xfrm>
            <a:off x="838200" y="1825625"/>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0B0A5983-1D5F-9648-B305-76C264908A37}"/>
              </a:ext>
            </a:extLst>
          </p:cNvPr>
          <p:cNvSpPr/>
          <p:nvPr userDrawn="1"/>
        </p:nvSpPr>
        <p:spPr>
          <a:xfrm>
            <a:off x="0" y="1212566"/>
            <a:ext cx="5426110" cy="251207"/>
          </a:xfrm>
          <a:prstGeom prst="rect">
            <a:avLst/>
          </a:prstGeom>
          <a:solidFill>
            <a:srgbClr val="4CB7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88470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ue BG_Title and Content_Green Vert">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1107DDB-6837-A746-1EC4-4C837938F06B}"/>
              </a:ext>
            </a:extLst>
          </p:cNvPr>
          <p:cNvSpPr>
            <a:spLocks noGrp="1"/>
          </p:cNvSpPr>
          <p:nvPr>
            <p:ph type="ftr" sz="quarter" idx="10"/>
          </p:nvPr>
        </p:nvSpPr>
        <p:spPr/>
        <p:txBody>
          <a:bodyPr/>
          <a:lstStyle/>
          <a:p>
            <a:r>
              <a:rPr lang="en-US"/>
              <a:t>Confidential – Do Not Distribute</a:t>
            </a:r>
            <a:endParaRPr lang="en-US" dirty="0"/>
          </a:p>
        </p:txBody>
      </p:sp>
      <p:sp>
        <p:nvSpPr>
          <p:cNvPr id="4" name="Slide Number Placeholder 3">
            <a:extLst>
              <a:ext uri="{FF2B5EF4-FFF2-40B4-BE49-F238E27FC236}">
                <a16:creationId xmlns:a16="http://schemas.microsoft.com/office/drawing/2014/main" id="{BE5AC036-B8C1-C209-69F0-A1536AAED7C6}"/>
              </a:ext>
            </a:extLst>
          </p:cNvPr>
          <p:cNvSpPr>
            <a:spLocks noGrp="1"/>
          </p:cNvSpPr>
          <p:nvPr>
            <p:ph type="sldNum" sz="quarter" idx="11"/>
          </p:nvPr>
        </p:nvSpPr>
        <p:spPr/>
        <p:txBody>
          <a:bodyPr/>
          <a:lstStyle/>
          <a:p>
            <a:fld id="{FA1B4D35-D017-4806-BAD3-E7FA12AE0845}" type="slidenum">
              <a:rPr lang="en-US" smtClean="0"/>
              <a:pPr/>
              <a:t>‹#›</a:t>
            </a:fld>
            <a:endParaRPr lang="en-US" dirty="0"/>
          </a:p>
        </p:txBody>
      </p:sp>
      <p:cxnSp>
        <p:nvCxnSpPr>
          <p:cNvPr id="6" name="Straight Connector 5">
            <a:extLst>
              <a:ext uri="{FF2B5EF4-FFF2-40B4-BE49-F238E27FC236}">
                <a16:creationId xmlns:a16="http://schemas.microsoft.com/office/drawing/2014/main" id="{28A1833E-4905-487C-EAD3-5769AB7EB4DC}"/>
              </a:ext>
            </a:extLst>
          </p:cNvPr>
          <p:cNvCxnSpPr>
            <a:cxnSpLocks/>
          </p:cNvCxnSpPr>
          <p:nvPr userDrawn="1"/>
        </p:nvCxnSpPr>
        <p:spPr>
          <a:xfrm>
            <a:off x="619648" y="319889"/>
            <a:ext cx="1095270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52C19AF-6FBF-7EB9-BCFE-FC3598011853}"/>
              </a:ext>
            </a:extLst>
          </p:cNvPr>
          <p:cNvSpPr/>
          <p:nvPr userDrawn="1"/>
        </p:nvSpPr>
        <p:spPr>
          <a:xfrm rot="5400000">
            <a:off x="-2587452" y="2587451"/>
            <a:ext cx="5426110" cy="251207"/>
          </a:xfrm>
          <a:prstGeom prst="rect">
            <a:avLst/>
          </a:prstGeom>
          <a:solidFill>
            <a:srgbClr val="4CB7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0203DFF9-132F-34DA-03CE-D9B7D0F99F73}"/>
              </a:ext>
            </a:extLst>
          </p:cNvPr>
          <p:cNvSpPr>
            <a:spLocks noGrp="1"/>
          </p:cNvSpPr>
          <p:nvPr>
            <p:ph type="title"/>
          </p:nvPr>
        </p:nvSpPr>
        <p:spPr>
          <a:xfrm>
            <a:off x="628859" y="331676"/>
            <a:ext cx="10515600" cy="994708"/>
          </a:xfrm>
        </p:spPr>
        <p:txBody>
          <a:bodyPr>
            <a:normAutofit/>
          </a:bodyPr>
          <a:lstStyle>
            <a:lvl1pPr>
              <a:defRPr sz="4400">
                <a:solidFill>
                  <a:schemeClr val="bg1"/>
                </a:solidFill>
              </a:defRPr>
            </a:lvl1pPr>
          </a:lstStyle>
          <a:p>
            <a:r>
              <a:rPr lang="en-US" dirty="0"/>
              <a:t>Click to edit Master title style</a:t>
            </a:r>
          </a:p>
        </p:txBody>
      </p:sp>
      <p:sp>
        <p:nvSpPr>
          <p:cNvPr id="2" name="Content Placeholder 2">
            <a:extLst>
              <a:ext uri="{FF2B5EF4-FFF2-40B4-BE49-F238E27FC236}">
                <a16:creationId xmlns:a16="http://schemas.microsoft.com/office/drawing/2014/main" id="{6F20DAB1-150E-365C-0297-5D45EBBFAEA4}"/>
              </a:ext>
            </a:extLst>
          </p:cNvPr>
          <p:cNvSpPr>
            <a:spLocks noGrp="1"/>
          </p:cNvSpPr>
          <p:nvPr>
            <p:ph idx="1"/>
          </p:nvPr>
        </p:nvSpPr>
        <p:spPr>
          <a:xfrm>
            <a:off x="838200" y="1825625"/>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29492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ue BG_Title and Content">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1107DDB-6837-A746-1EC4-4C837938F06B}"/>
              </a:ext>
            </a:extLst>
          </p:cNvPr>
          <p:cNvSpPr>
            <a:spLocks noGrp="1"/>
          </p:cNvSpPr>
          <p:nvPr>
            <p:ph type="ftr" sz="quarter" idx="10"/>
          </p:nvPr>
        </p:nvSpPr>
        <p:spPr/>
        <p:txBody>
          <a:bodyPr/>
          <a:lstStyle/>
          <a:p>
            <a:r>
              <a:rPr lang="en-US"/>
              <a:t>Confidential – Do Not Distribute</a:t>
            </a:r>
            <a:endParaRPr lang="en-US" dirty="0"/>
          </a:p>
        </p:txBody>
      </p:sp>
      <p:sp>
        <p:nvSpPr>
          <p:cNvPr id="4" name="Slide Number Placeholder 3">
            <a:extLst>
              <a:ext uri="{FF2B5EF4-FFF2-40B4-BE49-F238E27FC236}">
                <a16:creationId xmlns:a16="http://schemas.microsoft.com/office/drawing/2014/main" id="{BE5AC036-B8C1-C209-69F0-A1536AAED7C6}"/>
              </a:ext>
            </a:extLst>
          </p:cNvPr>
          <p:cNvSpPr>
            <a:spLocks noGrp="1"/>
          </p:cNvSpPr>
          <p:nvPr>
            <p:ph type="sldNum" sz="quarter" idx="11"/>
          </p:nvPr>
        </p:nvSpPr>
        <p:spPr/>
        <p:txBody>
          <a:bodyPr/>
          <a:lstStyle/>
          <a:p>
            <a:fld id="{FA1B4D35-D017-4806-BAD3-E7FA12AE0845}" type="slidenum">
              <a:rPr lang="en-US" smtClean="0"/>
              <a:pPr/>
              <a:t>‹#›</a:t>
            </a:fld>
            <a:endParaRPr lang="en-US" dirty="0"/>
          </a:p>
        </p:txBody>
      </p:sp>
      <p:cxnSp>
        <p:nvCxnSpPr>
          <p:cNvPr id="6" name="Straight Connector 5">
            <a:extLst>
              <a:ext uri="{FF2B5EF4-FFF2-40B4-BE49-F238E27FC236}">
                <a16:creationId xmlns:a16="http://schemas.microsoft.com/office/drawing/2014/main" id="{28A1833E-4905-487C-EAD3-5769AB7EB4DC}"/>
              </a:ext>
            </a:extLst>
          </p:cNvPr>
          <p:cNvCxnSpPr>
            <a:cxnSpLocks/>
          </p:cNvCxnSpPr>
          <p:nvPr userDrawn="1"/>
        </p:nvCxnSpPr>
        <p:spPr>
          <a:xfrm>
            <a:off x="619648" y="319889"/>
            <a:ext cx="1095270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0203DFF9-132F-34DA-03CE-D9B7D0F99F73}"/>
              </a:ext>
            </a:extLst>
          </p:cNvPr>
          <p:cNvSpPr>
            <a:spLocks noGrp="1"/>
          </p:cNvSpPr>
          <p:nvPr>
            <p:ph type="title"/>
          </p:nvPr>
        </p:nvSpPr>
        <p:spPr>
          <a:xfrm>
            <a:off x="628859" y="331676"/>
            <a:ext cx="10515600" cy="994708"/>
          </a:xfrm>
        </p:spPr>
        <p:txBody>
          <a:bodyPr>
            <a:normAutofit/>
          </a:bodyPr>
          <a:lstStyle>
            <a:lvl1pPr>
              <a:defRPr sz="4400">
                <a:solidFill>
                  <a:schemeClr val="bg1"/>
                </a:solidFill>
              </a:defRPr>
            </a:lvl1pPr>
          </a:lstStyle>
          <a:p>
            <a:r>
              <a:rPr lang="en-US" dirty="0"/>
              <a:t>Click to edit Master title style</a:t>
            </a:r>
          </a:p>
        </p:txBody>
      </p:sp>
      <p:sp>
        <p:nvSpPr>
          <p:cNvPr id="2" name="Content Placeholder 2">
            <a:extLst>
              <a:ext uri="{FF2B5EF4-FFF2-40B4-BE49-F238E27FC236}">
                <a16:creationId xmlns:a16="http://schemas.microsoft.com/office/drawing/2014/main" id="{6F20DAB1-150E-365C-0297-5D45EBBFAEA4}"/>
              </a:ext>
            </a:extLst>
          </p:cNvPr>
          <p:cNvSpPr>
            <a:spLocks noGrp="1"/>
          </p:cNvSpPr>
          <p:nvPr>
            <p:ph idx="1"/>
          </p:nvPr>
        </p:nvSpPr>
        <p:spPr>
          <a:xfrm>
            <a:off x="838200" y="1825625"/>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913964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Divider Slide - Blu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B57CD37-CF5D-0254-BB4A-4FAAB00009B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7999"/>
          </a:xfrm>
          <a:prstGeom prst="rect">
            <a:avLst/>
          </a:prstGeom>
        </p:spPr>
      </p:pic>
      <p:sp>
        <p:nvSpPr>
          <p:cNvPr id="2" name="Title 1">
            <a:extLst>
              <a:ext uri="{FF2B5EF4-FFF2-40B4-BE49-F238E27FC236}">
                <a16:creationId xmlns:a16="http://schemas.microsoft.com/office/drawing/2014/main" id="{06604213-5CF8-C3A2-A49D-FC7D70CFBE28}"/>
              </a:ext>
            </a:extLst>
          </p:cNvPr>
          <p:cNvSpPr>
            <a:spLocks noGrp="1"/>
          </p:cNvSpPr>
          <p:nvPr>
            <p:ph type="title"/>
          </p:nvPr>
        </p:nvSpPr>
        <p:spPr>
          <a:xfrm>
            <a:off x="381000" y="2539914"/>
            <a:ext cx="10515600" cy="1191827"/>
          </a:xfrm>
        </p:spPr>
        <p:txBody>
          <a:bodyPr/>
          <a:lstStyle>
            <a:lvl1pPr>
              <a:defRPr>
                <a:solidFill>
                  <a:schemeClr val="bg1"/>
                </a:solidFill>
              </a:defRPr>
            </a:lvl1pPr>
          </a:lstStyle>
          <a:p>
            <a:r>
              <a:rPr lang="en-US" dirty="0"/>
              <a:t>Click to edit Master title style</a:t>
            </a:r>
          </a:p>
        </p:txBody>
      </p:sp>
      <p:sp>
        <p:nvSpPr>
          <p:cNvPr id="3" name="Footer Placeholder 2">
            <a:extLst>
              <a:ext uri="{FF2B5EF4-FFF2-40B4-BE49-F238E27FC236}">
                <a16:creationId xmlns:a16="http://schemas.microsoft.com/office/drawing/2014/main" id="{3EAD95C7-4402-538B-AFCD-3DF0783F5EC0}"/>
              </a:ext>
            </a:extLst>
          </p:cNvPr>
          <p:cNvSpPr>
            <a:spLocks noGrp="1"/>
          </p:cNvSpPr>
          <p:nvPr>
            <p:ph type="ftr" sz="quarter" idx="10"/>
          </p:nvPr>
        </p:nvSpPr>
        <p:spPr/>
        <p:txBody>
          <a:bodyPr/>
          <a:lstStyle>
            <a:lvl1pPr>
              <a:defRPr>
                <a:solidFill>
                  <a:schemeClr val="bg1"/>
                </a:solidFill>
              </a:defRPr>
            </a:lvl1pPr>
          </a:lstStyle>
          <a:p>
            <a:r>
              <a:rPr lang="en-US" dirty="0"/>
              <a:t>Confidential – Do Not Distribute</a:t>
            </a:r>
          </a:p>
        </p:txBody>
      </p:sp>
    </p:spTree>
    <p:extLst>
      <p:ext uri="{BB962C8B-B14F-4D97-AF65-F5344CB8AC3E}">
        <p14:creationId xmlns:p14="http://schemas.microsoft.com/office/powerpoint/2010/main" val="301950775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ver Page_Blue_1">
    <p:spTree>
      <p:nvGrpSpPr>
        <p:cNvPr id="1" name=""/>
        <p:cNvGrpSpPr/>
        <p:nvPr/>
      </p:nvGrpSpPr>
      <p:grpSpPr>
        <a:xfrm>
          <a:off x="0" y="0"/>
          <a:ext cx="0" cy="0"/>
          <a:chOff x="0" y="0"/>
          <a:chExt cx="0" cy="0"/>
        </a:xfrm>
      </p:grpSpPr>
      <p:pic>
        <p:nvPicPr>
          <p:cNvPr id="5" name="Picture 4" descr="A blue dna strand with a blue background&#10;&#10;Description automatically generated">
            <a:extLst>
              <a:ext uri="{FF2B5EF4-FFF2-40B4-BE49-F238E27FC236}">
                <a16:creationId xmlns:a16="http://schemas.microsoft.com/office/drawing/2014/main" id="{6D403FB8-554A-D4BB-E70F-B5B4A9BAE2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39D904FD-4107-7AF3-D13D-C63139EC109B}"/>
              </a:ext>
            </a:extLst>
          </p:cNvPr>
          <p:cNvSpPr txBox="1"/>
          <p:nvPr userDrawn="1"/>
        </p:nvSpPr>
        <p:spPr>
          <a:xfrm>
            <a:off x="2349137" y="4100583"/>
            <a:ext cx="7705579" cy="523220"/>
          </a:xfrm>
          <a:prstGeom prst="rect">
            <a:avLst/>
          </a:prstGeom>
          <a:noFill/>
        </p:spPr>
        <p:txBody>
          <a:bodyPr wrap="square" rtlCol="0">
            <a:spAutoFit/>
          </a:bodyPr>
          <a:lstStyle/>
          <a:p>
            <a:r>
              <a:rPr lang="en-US" sz="2800" b="1" dirty="0">
                <a:solidFill>
                  <a:srgbClr val="4CB748"/>
                </a:solidFill>
                <a:latin typeface="+mj-lt"/>
              </a:rPr>
              <a:t>Unleash the Power of Oligo Customization</a:t>
            </a:r>
          </a:p>
        </p:txBody>
      </p:sp>
      <p:pic>
        <p:nvPicPr>
          <p:cNvPr id="4" name="Picture 3">
            <a:extLst>
              <a:ext uri="{FF2B5EF4-FFF2-40B4-BE49-F238E27FC236}">
                <a16:creationId xmlns:a16="http://schemas.microsoft.com/office/drawing/2014/main" id="{D7681841-F068-E61F-6632-B39E2BD3D84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229710" y="2007830"/>
            <a:ext cx="5944434" cy="2102864"/>
          </a:xfrm>
          <a:prstGeom prst="rect">
            <a:avLst/>
          </a:prstGeom>
        </p:spPr>
      </p:pic>
      <p:sp>
        <p:nvSpPr>
          <p:cNvPr id="6" name="TextBox 5">
            <a:extLst>
              <a:ext uri="{FF2B5EF4-FFF2-40B4-BE49-F238E27FC236}">
                <a16:creationId xmlns:a16="http://schemas.microsoft.com/office/drawing/2014/main" id="{76CE2F5F-08B1-38A9-5418-AC76D49D124F}"/>
              </a:ext>
            </a:extLst>
          </p:cNvPr>
          <p:cNvSpPr txBox="1"/>
          <p:nvPr userDrawn="1"/>
        </p:nvSpPr>
        <p:spPr>
          <a:xfrm>
            <a:off x="2243210" y="4561457"/>
            <a:ext cx="7705579" cy="523220"/>
          </a:xfrm>
          <a:prstGeom prst="rect">
            <a:avLst/>
          </a:prstGeom>
          <a:noFill/>
        </p:spPr>
        <p:txBody>
          <a:bodyPr wrap="square" rtlCol="0">
            <a:spAutoFit/>
          </a:bodyPr>
          <a:lstStyle/>
          <a:p>
            <a:pPr algn="ctr"/>
            <a:r>
              <a:rPr lang="en-US" sz="2800" b="1" dirty="0">
                <a:solidFill>
                  <a:srgbClr val="4CB748"/>
                </a:solidFill>
                <a:latin typeface="+mj-lt"/>
              </a:rPr>
              <a:t>2025</a:t>
            </a:r>
          </a:p>
        </p:txBody>
      </p:sp>
    </p:spTree>
    <p:extLst>
      <p:ext uri="{BB962C8B-B14F-4D97-AF65-F5344CB8AC3E}">
        <p14:creationId xmlns:p14="http://schemas.microsoft.com/office/powerpoint/2010/main" val="34239170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itle Page_1">
    <p:spTree>
      <p:nvGrpSpPr>
        <p:cNvPr id="1" name=""/>
        <p:cNvGrpSpPr/>
        <p:nvPr/>
      </p:nvGrpSpPr>
      <p:grpSpPr>
        <a:xfrm>
          <a:off x="0" y="0"/>
          <a:ext cx="0" cy="0"/>
          <a:chOff x="0" y="0"/>
          <a:chExt cx="0" cy="0"/>
        </a:xfrm>
      </p:grpSpPr>
      <p:pic>
        <p:nvPicPr>
          <p:cNvPr id="5" name="Picture 4" descr="A blue dna strand with a blue background&#10;&#10;Description automatically generated">
            <a:extLst>
              <a:ext uri="{FF2B5EF4-FFF2-40B4-BE49-F238E27FC236}">
                <a16:creationId xmlns:a16="http://schemas.microsoft.com/office/drawing/2014/main" id="{6D403FB8-554A-D4BB-E70F-B5B4A9BAE2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3537FF0-E3BD-157D-1788-603F26281160}"/>
              </a:ext>
            </a:extLst>
          </p:cNvPr>
          <p:cNvSpPr>
            <a:spLocks noGrp="1"/>
          </p:cNvSpPr>
          <p:nvPr>
            <p:ph type="title" hasCustomPrompt="1"/>
          </p:nvPr>
        </p:nvSpPr>
        <p:spPr>
          <a:xfrm>
            <a:off x="1508760" y="2103437"/>
            <a:ext cx="10515600" cy="1325563"/>
          </a:xfrm>
        </p:spPr>
        <p:txBody>
          <a:bodyPr>
            <a:normAutofit/>
          </a:bodyPr>
          <a:lstStyle>
            <a:lvl1pPr>
              <a:defRPr sz="4800" b="1">
                <a:solidFill>
                  <a:schemeClr val="bg1"/>
                </a:solidFill>
              </a:defRPr>
            </a:lvl1pPr>
          </a:lstStyle>
          <a:p>
            <a:r>
              <a:rPr lang="en-US" dirty="0"/>
              <a:t>Click to Add Presentation Title</a:t>
            </a:r>
          </a:p>
        </p:txBody>
      </p:sp>
      <p:sp>
        <p:nvSpPr>
          <p:cNvPr id="3" name="Text Placeholder 4">
            <a:extLst>
              <a:ext uri="{FF2B5EF4-FFF2-40B4-BE49-F238E27FC236}">
                <a16:creationId xmlns:a16="http://schemas.microsoft.com/office/drawing/2014/main" id="{2CC5EE37-8394-C82B-61CE-8BFFEB25FE69}"/>
              </a:ext>
            </a:extLst>
          </p:cNvPr>
          <p:cNvSpPr>
            <a:spLocks noGrp="1"/>
          </p:cNvSpPr>
          <p:nvPr>
            <p:ph type="body" sz="quarter" idx="10" hasCustomPrompt="1"/>
          </p:nvPr>
        </p:nvSpPr>
        <p:spPr>
          <a:xfrm>
            <a:off x="1508760" y="3711443"/>
            <a:ext cx="5779008" cy="476250"/>
          </a:xfrm>
        </p:spPr>
        <p:txBody>
          <a:bodyPr/>
          <a:lstStyle>
            <a:lvl1pPr marL="0" indent="0">
              <a:buNone/>
              <a:defRPr>
                <a:solidFill>
                  <a:schemeClr val="bg1"/>
                </a:solidFill>
              </a:defRPr>
            </a:lvl1pPr>
          </a:lstStyle>
          <a:p>
            <a:pPr lvl="0"/>
            <a:r>
              <a:rPr lang="en-US" dirty="0"/>
              <a:t>Click to add date</a:t>
            </a:r>
          </a:p>
        </p:txBody>
      </p:sp>
      <p:pic>
        <p:nvPicPr>
          <p:cNvPr id="4" name="Picture 3" descr="A logo with white text">
            <a:extLst>
              <a:ext uri="{FF2B5EF4-FFF2-40B4-BE49-F238E27FC236}">
                <a16:creationId xmlns:a16="http://schemas.microsoft.com/office/drawing/2014/main" id="{A6616982-E6AC-8356-A9B1-C465C79AED2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08760" y="5098992"/>
            <a:ext cx="3027729" cy="1071070"/>
          </a:xfrm>
          <a:prstGeom prst="rect">
            <a:avLst/>
          </a:prstGeom>
        </p:spPr>
      </p:pic>
    </p:spTree>
    <p:extLst>
      <p:ext uri="{BB962C8B-B14F-4D97-AF65-F5344CB8AC3E}">
        <p14:creationId xmlns:p14="http://schemas.microsoft.com/office/powerpoint/2010/main" val="16918322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Page_2">
    <p:spTree>
      <p:nvGrpSpPr>
        <p:cNvPr id="1" name=""/>
        <p:cNvGrpSpPr/>
        <p:nvPr/>
      </p:nvGrpSpPr>
      <p:grpSpPr>
        <a:xfrm>
          <a:off x="0" y="0"/>
          <a:ext cx="0" cy="0"/>
          <a:chOff x="0" y="0"/>
          <a:chExt cx="0" cy="0"/>
        </a:xfrm>
      </p:grpSpPr>
      <p:pic>
        <p:nvPicPr>
          <p:cNvPr id="4" name="Picture 3" descr="A close-up of a dna&#10;&#10;Description automatically generated">
            <a:extLst>
              <a:ext uri="{FF2B5EF4-FFF2-40B4-BE49-F238E27FC236}">
                <a16:creationId xmlns:a16="http://schemas.microsoft.com/office/drawing/2014/main" id="{C73B5990-6991-E5DB-F595-4CD3B45EBC5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3537FF0-E3BD-157D-1788-603F26281160}"/>
              </a:ext>
            </a:extLst>
          </p:cNvPr>
          <p:cNvSpPr>
            <a:spLocks noGrp="1"/>
          </p:cNvSpPr>
          <p:nvPr>
            <p:ph type="title" hasCustomPrompt="1"/>
          </p:nvPr>
        </p:nvSpPr>
        <p:spPr>
          <a:xfrm>
            <a:off x="1508760" y="2103437"/>
            <a:ext cx="10515600" cy="1325563"/>
          </a:xfrm>
        </p:spPr>
        <p:txBody>
          <a:bodyPr>
            <a:normAutofit/>
          </a:bodyPr>
          <a:lstStyle>
            <a:lvl1pPr>
              <a:defRPr sz="4800" b="1">
                <a:solidFill>
                  <a:schemeClr val="bg1"/>
                </a:solidFill>
              </a:defRPr>
            </a:lvl1pPr>
          </a:lstStyle>
          <a:p>
            <a:r>
              <a:rPr lang="en-US" dirty="0"/>
              <a:t>Click to Add Presentation Title</a:t>
            </a:r>
          </a:p>
        </p:txBody>
      </p:sp>
      <p:sp>
        <p:nvSpPr>
          <p:cNvPr id="3" name="Text Placeholder 4">
            <a:extLst>
              <a:ext uri="{FF2B5EF4-FFF2-40B4-BE49-F238E27FC236}">
                <a16:creationId xmlns:a16="http://schemas.microsoft.com/office/drawing/2014/main" id="{50C431D9-2DFF-EC19-9F57-DB29EEEEEF59}"/>
              </a:ext>
            </a:extLst>
          </p:cNvPr>
          <p:cNvSpPr>
            <a:spLocks noGrp="1"/>
          </p:cNvSpPr>
          <p:nvPr>
            <p:ph type="body" sz="quarter" idx="10" hasCustomPrompt="1"/>
          </p:nvPr>
        </p:nvSpPr>
        <p:spPr>
          <a:xfrm>
            <a:off x="1508760" y="3711443"/>
            <a:ext cx="5779008" cy="476250"/>
          </a:xfrm>
        </p:spPr>
        <p:txBody>
          <a:bodyPr/>
          <a:lstStyle>
            <a:lvl1pPr marL="0" indent="0">
              <a:buNone/>
              <a:defRPr>
                <a:solidFill>
                  <a:schemeClr val="bg1"/>
                </a:solidFill>
              </a:defRPr>
            </a:lvl1pPr>
          </a:lstStyle>
          <a:p>
            <a:pPr lvl="0"/>
            <a:r>
              <a:rPr lang="en-US" dirty="0"/>
              <a:t>Click to add date</a:t>
            </a:r>
          </a:p>
        </p:txBody>
      </p:sp>
      <p:pic>
        <p:nvPicPr>
          <p:cNvPr id="5" name="Picture 4" descr="A logo with white text">
            <a:extLst>
              <a:ext uri="{FF2B5EF4-FFF2-40B4-BE49-F238E27FC236}">
                <a16:creationId xmlns:a16="http://schemas.microsoft.com/office/drawing/2014/main" id="{428EFD69-8685-D49C-DBD3-211FDEE53B9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08760" y="5098992"/>
            <a:ext cx="3027729" cy="1071070"/>
          </a:xfrm>
          <a:prstGeom prst="rect">
            <a:avLst/>
          </a:prstGeom>
        </p:spPr>
      </p:pic>
    </p:spTree>
    <p:extLst>
      <p:ext uri="{BB962C8B-B14F-4D97-AF65-F5344CB8AC3E}">
        <p14:creationId xmlns:p14="http://schemas.microsoft.com/office/powerpoint/2010/main" val="11975565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Content_Frame_Gray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8CBE22A-D028-ECC1-570B-B342F7FD35DA}"/>
              </a:ext>
            </a:extLst>
          </p:cNvPr>
          <p:cNvSpPr/>
          <p:nvPr userDrawn="1"/>
        </p:nvSpPr>
        <p:spPr>
          <a:xfrm rot="5400000">
            <a:off x="8767041" y="2805311"/>
            <a:ext cx="6230272" cy="619651"/>
          </a:xfrm>
          <a:prstGeom prst="rect">
            <a:avLst/>
          </a:prstGeom>
          <a:solidFill>
            <a:srgbClr val="4CB7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10D44FC-3391-F0C5-2B0C-7CAAFAEE6E32}"/>
              </a:ext>
            </a:extLst>
          </p:cNvPr>
          <p:cNvSpPr/>
          <p:nvPr userDrawn="1"/>
        </p:nvSpPr>
        <p:spPr>
          <a:xfrm rot="5400000">
            <a:off x="-2805311" y="2805312"/>
            <a:ext cx="6230272" cy="619651"/>
          </a:xfrm>
          <a:prstGeom prst="rect">
            <a:avLst/>
          </a:prstGeom>
          <a:solidFill>
            <a:srgbClr val="4CB7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737BFFA-F7B1-86B6-8432-6E18912F7D87}"/>
              </a:ext>
            </a:extLst>
          </p:cNvPr>
          <p:cNvSpPr/>
          <p:nvPr userDrawn="1"/>
        </p:nvSpPr>
        <p:spPr>
          <a:xfrm>
            <a:off x="0" y="0"/>
            <a:ext cx="12192000" cy="1336431"/>
          </a:xfrm>
          <a:prstGeom prst="rect">
            <a:avLst/>
          </a:prstGeom>
          <a:solidFill>
            <a:srgbClr val="6C6E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61107DDB-6837-A746-1EC4-4C837938F06B}"/>
              </a:ext>
            </a:extLst>
          </p:cNvPr>
          <p:cNvSpPr>
            <a:spLocks noGrp="1"/>
          </p:cNvSpPr>
          <p:nvPr>
            <p:ph type="ftr" sz="quarter" idx="10"/>
          </p:nvPr>
        </p:nvSpPr>
        <p:spPr/>
        <p:txBody>
          <a:bodyPr/>
          <a:lstStyle/>
          <a:p>
            <a:r>
              <a:rPr lang="en-US"/>
              <a:t>Confidential – Do Not Distribute</a:t>
            </a:r>
            <a:endParaRPr lang="en-US" dirty="0"/>
          </a:p>
        </p:txBody>
      </p:sp>
      <p:sp>
        <p:nvSpPr>
          <p:cNvPr id="4" name="Slide Number Placeholder 3">
            <a:extLst>
              <a:ext uri="{FF2B5EF4-FFF2-40B4-BE49-F238E27FC236}">
                <a16:creationId xmlns:a16="http://schemas.microsoft.com/office/drawing/2014/main" id="{BE5AC036-B8C1-C209-69F0-A1536AAED7C6}"/>
              </a:ext>
            </a:extLst>
          </p:cNvPr>
          <p:cNvSpPr>
            <a:spLocks noGrp="1"/>
          </p:cNvSpPr>
          <p:nvPr>
            <p:ph type="sldNum" sz="quarter" idx="11"/>
          </p:nvPr>
        </p:nvSpPr>
        <p:spPr/>
        <p:txBody>
          <a:bodyPr/>
          <a:lstStyle/>
          <a:p>
            <a:fld id="{FA1B4D35-D017-4806-BAD3-E7FA12AE0845}" type="slidenum">
              <a:rPr lang="en-US" smtClean="0"/>
              <a:pPr/>
              <a:t>‹#›</a:t>
            </a:fld>
            <a:endParaRPr lang="en-US" dirty="0"/>
          </a:p>
        </p:txBody>
      </p:sp>
      <p:cxnSp>
        <p:nvCxnSpPr>
          <p:cNvPr id="6" name="Straight Connector 5">
            <a:extLst>
              <a:ext uri="{FF2B5EF4-FFF2-40B4-BE49-F238E27FC236}">
                <a16:creationId xmlns:a16="http://schemas.microsoft.com/office/drawing/2014/main" id="{28A1833E-4905-487C-EAD3-5769AB7EB4DC}"/>
              </a:ext>
            </a:extLst>
          </p:cNvPr>
          <p:cNvCxnSpPr>
            <a:cxnSpLocks/>
          </p:cNvCxnSpPr>
          <p:nvPr userDrawn="1"/>
        </p:nvCxnSpPr>
        <p:spPr>
          <a:xfrm>
            <a:off x="619648" y="319889"/>
            <a:ext cx="1095270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6F20DAB1-150E-365C-0297-5D45EBBFAEA4}"/>
              </a:ext>
            </a:extLst>
          </p:cNvPr>
          <p:cNvSpPr>
            <a:spLocks noGrp="1"/>
          </p:cNvSpPr>
          <p:nvPr>
            <p:ph idx="1"/>
          </p:nvPr>
        </p:nvSpPr>
        <p:spPr>
          <a:xfrm>
            <a:off x="838200" y="1825625"/>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88C04257-0AD8-B9B9-68D3-58DF53C72AA2}"/>
              </a:ext>
            </a:extLst>
          </p:cNvPr>
          <p:cNvSpPr>
            <a:spLocks noGrp="1"/>
          </p:cNvSpPr>
          <p:nvPr>
            <p:ph type="title"/>
          </p:nvPr>
        </p:nvSpPr>
        <p:spPr>
          <a:xfrm>
            <a:off x="628859" y="331676"/>
            <a:ext cx="10515600" cy="994708"/>
          </a:xfrm>
        </p:spPr>
        <p:txBody>
          <a:bodyPr>
            <a:normAutofit/>
          </a:bodyPr>
          <a:lstStyle>
            <a:lvl1pPr>
              <a:defRPr sz="44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29092592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Content_Frame_Blue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9628621-F11B-B46B-E8F8-D0059E6598DB}"/>
              </a:ext>
            </a:extLst>
          </p:cNvPr>
          <p:cNvSpPr/>
          <p:nvPr userDrawn="1"/>
        </p:nvSpPr>
        <p:spPr>
          <a:xfrm rot="5400000">
            <a:off x="8767041" y="2805311"/>
            <a:ext cx="6230272" cy="619651"/>
          </a:xfrm>
          <a:prstGeom prst="rect">
            <a:avLst/>
          </a:prstGeom>
          <a:solidFill>
            <a:srgbClr val="4CB7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CBB176C-D5B6-FA49-CC03-9700A81F69E3}"/>
              </a:ext>
            </a:extLst>
          </p:cNvPr>
          <p:cNvSpPr/>
          <p:nvPr userDrawn="1"/>
        </p:nvSpPr>
        <p:spPr>
          <a:xfrm rot="5400000">
            <a:off x="-2805311" y="2805311"/>
            <a:ext cx="6230272" cy="619651"/>
          </a:xfrm>
          <a:prstGeom prst="rect">
            <a:avLst/>
          </a:prstGeom>
          <a:solidFill>
            <a:srgbClr val="4CB7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01B4372-17F6-06F4-F932-96CA565046E3}"/>
              </a:ext>
            </a:extLst>
          </p:cNvPr>
          <p:cNvSpPr/>
          <p:nvPr userDrawn="1"/>
        </p:nvSpPr>
        <p:spPr>
          <a:xfrm>
            <a:off x="0" y="0"/>
            <a:ext cx="12192000" cy="1336431"/>
          </a:xfrm>
          <a:prstGeom prst="rect">
            <a:avLst/>
          </a:prstGeom>
          <a:solidFill>
            <a:srgbClr val="0B52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61107DDB-6837-A746-1EC4-4C837938F06B}"/>
              </a:ext>
            </a:extLst>
          </p:cNvPr>
          <p:cNvSpPr>
            <a:spLocks noGrp="1"/>
          </p:cNvSpPr>
          <p:nvPr>
            <p:ph type="ftr" sz="quarter" idx="10"/>
          </p:nvPr>
        </p:nvSpPr>
        <p:spPr/>
        <p:txBody>
          <a:bodyPr/>
          <a:lstStyle/>
          <a:p>
            <a:r>
              <a:rPr lang="en-US"/>
              <a:t>Confidential – Do Not Distribute</a:t>
            </a:r>
            <a:endParaRPr lang="en-US" dirty="0"/>
          </a:p>
        </p:txBody>
      </p:sp>
      <p:sp>
        <p:nvSpPr>
          <p:cNvPr id="4" name="Slide Number Placeholder 3">
            <a:extLst>
              <a:ext uri="{FF2B5EF4-FFF2-40B4-BE49-F238E27FC236}">
                <a16:creationId xmlns:a16="http://schemas.microsoft.com/office/drawing/2014/main" id="{BE5AC036-B8C1-C209-69F0-A1536AAED7C6}"/>
              </a:ext>
            </a:extLst>
          </p:cNvPr>
          <p:cNvSpPr>
            <a:spLocks noGrp="1"/>
          </p:cNvSpPr>
          <p:nvPr>
            <p:ph type="sldNum" sz="quarter" idx="11"/>
          </p:nvPr>
        </p:nvSpPr>
        <p:spPr/>
        <p:txBody>
          <a:bodyPr/>
          <a:lstStyle/>
          <a:p>
            <a:fld id="{FA1B4D35-D017-4806-BAD3-E7FA12AE0845}" type="slidenum">
              <a:rPr lang="en-US" smtClean="0"/>
              <a:pPr/>
              <a:t>‹#›</a:t>
            </a:fld>
            <a:endParaRPr lang="en-US" dirty="0"/>
          </a:p>
        </p:txBody>
      </p:sp>
      <p:cxnSp>
        <p:nvCxnSpPr>
          <p:cNvPr id="6" name="Straight Connector 5">
            <a:extLst>
              <a:ext uri="{FF2B5EF4-FFF2-40B4-BE49-F238E27FC236}">
                <a16:creationId xmlns:a16="http://schemas.microsoft.com/office/drawing/2014/main" id="{28A1833E-4905-487C-EAD3-5769AB7EB4DC}"/>
              </a:ext>
            </a:extLst>
          </p:cNvPr>
          <p:cNvCxnSpPr>
            <a:cxnSpLocks/>
          </p:cNvCxnSpPr>
          <p:nvPr userDrawn="1"/>
        </p:nvCxnSpPr>
        <p:spPr>
          <a:xfrm>
            <a:off x="619648" y="319889"/>
            <a:ext cx="1095270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6F20DAB1-150E-365C-0297-5D45EBBFAEA4}"/>
              </a:ext>
            </a:extLst>
          </p:cNvPr>
          <p:cNvSpPr>
            <a:spLocks noGrp="1"/>
          </p:cNvSpPr>
          <p:nvPr>
            <p:ph idx="1"/>
          </p:nvPr>
        </p:nvSpPr>
        <p:spPr>
          <a:xfrm>
            <a:off x="838200" y="1825625"/>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E03FFA58-7785-90B6-D8FD-C19F6A492182}"/>
              </a:ext>
            </a:extLst>
          </p:cNvPr>
          <p:cNvSpPr>
            <a:spLocks noGrp="1"/>
          </p:cNvSpPr>
          <p:nvPr>
            <p:ph type="title"/>
          </p:nvPr>
        </p:nvSpPr>
        <p:spPr>
          <a:xfrm>
            <a:off x="628859" y="331676"/>
            <a:ext cx="10515600" cy="994708"/>
          </a:xfrm>
        </p:spPr>
        <p:txBody>
          <a:bodyPr>
            <a:normAutofit/>
          </a:bodyPr>
          <a:lstStyle>
            <a:lvl1pPr>
              <a:defRPr sz="44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393921722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nd Content_Blue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01B4372-17F6-06F4-F932-96CA565046E3}"/>
              </a:ext>
            </a:extLst>
          </p:cNvPr>
          <p:cNvSpPr/>
          <p:nvPr userDrawn="1"/>
        </p:nvSpPr>
        <p:spPr>
          <a:xfrm>
            <a:off x="0" y="0"/>
            <a:ext cx="12192000" cy="1336431"/>
          </a:xfrm>
          <a:prstGeom prst="rect">
            <a:avLst/>
          </a:prstGeom>
          <a:solidFill>
            <a:srgbClr val="0B52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61107DDB-6837-A746-1EC4-4C837938F06B}"/>
              </a:ext>
            </a:extLst>
          </p:cNvPr>
          <p:cNvSpPr>
            <a:spLocks noGrp="1"/>
          </p:cNvSpPr>
          <p:nvPr>
            <p:ph type="ftr" sz="quarter" idx="10"/>
          </p:nvPr>
        </p:nvSpPr>
        <p:spPr/>
        <p:txBody>
          <a:bodyPr/>
          <a:lstStyle/>
          <a:p>
            <a:r>
              <a:rPr lang="en-US"/>
              <a:t>Confidential – Do Not Distribute</a:t>
            </a:r>
            <a:endParaRPr lang="en-US" dirty="0"/>
          </a:p>
        </p:txBody>
      </p:sp>
      <p:sp>
        <p:nvSpPr>
          <p:cNvPr id="4" name="Slide Number Placeholder 3">
            <a:extLst>
              <a:ext uri="{FF2B5EF4-FFF2-40B4-BE49-F238E27FC236}">
                <a16:creationId xmlns:a16="http://schemas.microsoft.com/office/drawing/2014/main" id="{BE5AC036-B8C1-C209-69F0-A1536AAED7C6}"/>
              </a:ext>
            </a:extLst>
          </p:cNvPr>
          <p:cNvSpPr>
            <a:spLocks noGrp="1"/>
          </p:cNvSpPr>
          <p:nvPr>
            <p:ph type="sldNum" sz="quarter" idx="11"/>
          </p:nvPr>
        </p:nvSpPr>
        <p:spPr/>
        <p:txBody>
          <a:bodyPr/>
          <a:lstStyle/>
          <a:p>
            <a:fld id="{FA1B4D35-D017-4806-BAD3-E7FA12AE0845}" type="slidenum">
              <a:rPr lang="en-US" smtClean="0"/>
              <a:pPr/>
              <a:t>‹#›</a:t>
            </a:fld>
            <a:endParaRPr lang="en-US" dirty="0"/>
          </a:p>
        </p:txBody>
      </p:sp>
      <p:cxnSp>
        <p:nvCxnSpPr>
          <p:cNvPr id="6" name="Straight Connector 5">
            <a:extLst>
              <a:ext uri="{FF2B5EF4-FFF2-40B4-BE49-F238E27FC236}">
                <a16:creationId xmlns:a16="http://schemas.microsoft.com/office/drawing/2014/main" id="{28A1833E-4905-487C-EAD3-5769AB7EB4DC}"/>
              </a:ext>
            </a:extLst>
          </p:cNvPr>
          <p:cNvCxnSpPr>
            <a:cxnSpLocks/>
          </p:cNvCxnSpPr>
          <p:nvPr userDrawn="1"/>
        </p:nvCxnSpPr>
        <p:spPr>
          <a:xfrm>
            <a:off x="619648" y="319889"/>
            <a:ext cx="1095270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6F20DAB1-150E-365C-0297-5D45EBBFAEA4}"/>
              </a:ext>
            </a:extLst>
          </p:cNvPr>
          <p:cNvSpPr>
            <a:spLocks noGrp="1"/>
          </p:cNvSpPr>
          <p:nvPr>
            <p:ph idx="1"/>
          </p:nvPr>
        </p:nvSpPr>
        <p:spPr>
          <a:xfrm>
            <a:off x="838200" y="1825625"/>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A51B5052-5BC6-3943-1BDD-C406AD18FB4E}"/>
              </a:ext>
            </a:extLst>
          </p:cNvPr>
          <p:cNvSpPr>
            <a:spLocks noGrp="1"/>
          </p:cNvSpPr>
          <p:nvPr>
            <p:ph type="title"/>
          </p:nvPr>
        </p:nvSpPr>
        <p:spPr>
          <a:xfrm>
            <a:off x="628859" y="331676"/>
            <a:ext cx="10515600" cy="994708"/>
          </a:xfrm>
        </p:spPr>
        <p:txBody>
          <a:bodyPr>
            <a:normAutofit/>
          </a:bodyPr>
          <a:lstStyle>
            <a:lvl1pPr>
              <a:defRPr sz="44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224078337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nd Content_Blue Footer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1107DDB-6837-A746-1EC4-4C837938F06B}"/>
              </a:ext>
            </a:extLst>
          </p:cNvPr>
          <p:cNvSpPr>
            <a:spLocks noGrp="1"/>
          </p:cNvSpPr>
          <p:nvPr>
            <p:ph type="ftr" sz="quarter" idx="10"/>
          </p:nvPr>
        </p:nvSpPr>
        <p:spPr/>
        <p:txBody>
          <a:bodyPr/>
          <a:lstStyle/>
          <a:p>
            <a:r>
              <a:rPr lang="en-US"/>
              <a:t>Confidential – Do Not Distribute</a:t>
            </a:r>
            <a:endParaRPr lang="en-US" dirty="0"/>
          </a:p>
        </p:txBody>
      </p:sp>
      <p:sp>
        <p:nvSpPr>
          <p:cNvPr id="4" name="Slide Number Placeholder 3">
            <a:extLst>
              <a:ext uri="{FF2B5EF4-FFF2-40B4-BE49-F238E27FC236}">
                <a16:creationId xmlns:a16="http://schemas.microsoft.com/office/drawing/2014/main" id="{BE5AC036-B8C1-C209-69F0-A1536AAED7C6}"/>
              </a:ext>
            </a:extLst>
          </p:cNvPr>
          <p:cNvSpPr>
            <a:spLocks noGrp="1"/>
          </p:cNvSpPr>
          <p:nvPr>
            <p:ph type="sldNum" sz="quarter" idx="11"/>
          </p:nvPr>
        </p:nvSpPr>
        <p:spPr/>
        <p:txBody>
          <a:bodyPr/>
          <a:lstStyle/>
          <a:p>
            <a:fld id="{FA1B4D35-D017-4806-BAD3-E7FA12AE0845}" type="slidenum">
              <a:rPr lang="en-US" smtClean="0"/>
              <a:pPr/>
              <a:t>‹#›</a:t>
            </a:fld>
            <a:endParaRPr lang="en-US" dirty="0"/>
          </a:p>
        </p:txBody>
      </p:sp>
      <p:cxnSp>
        <p:nvCxnSpPr>
          <p:cNvPr id="6" name="Straight Connector 5">
            <a:extLst>
              <a:ext uri="{FF2B5EF4-FFF2-40B4-BE49-F238E27FC236}">
                <a16:creationId xmlns:a16="http://schemas.microsoft.com/office/drawing/2014/main" id="{28A1833E-4905-487C-EAD3-5769AB7EB4DC}"/>
              </a:ext>
            </a:extLst>
          </p:cNvPr>
          <p:cNvCxnSpPr>
            <a:cxnSpLocks/>
          </p:cNvCxnSpPr>
          <p:nvPr userDrawn="1"/>
        </p:nvCxnSpPr>
        <p:spPr>
          <a:xfrm>
            <a:off x="619648" y="319889"/>
            <a:ext cx="1095270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6F20DAB1-150E-365C-0297-5D45EBBFAEA4}"/>
              </a:ext>
            </a:extLst>
          </p:cNvPr>
          <p:cNvSpPr>
            <a:spLocks noGrp="1"/>
          </p:cNvSpPr>
          <p:nvPr>
            <p:ph idx="1"/>
          </p:nvPr>
        </p:nvSpPr>
        <p:spPr>
          <a:xfrm>
            <a:off x="838200" y="1825625"/>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A51B5052-5BC6-3943-1BDD-C406AD18FB4E}"/>
              </a:ext>
            </a:extLst>
          </p:cNvPr>
          <p:cNvSpPr>
            <a:spLocks noGrp="1"/>
          </p:cNvSpPr>
          <p:nvPr>
            <p:ph type="title"/>
          </p:nvPr>
        </p:nvSpPr>
        <p:spPr>
          <a:xfrm>
            <a:off x="628859" y="331676"/>
            <a:ext cx="10515600" cy="994708"/>
          </a:xfrm>
        </p:spPr>
        <p:txBody>
          <a:bodyPr>
            <a:normAutofit/>
          </a:bodyPr>
          <a:lstStyle>
            <a:lvl1pPr>
              <a:defRPr sz="4400">
                <a:solidFill>
                  <a:srgbClr val="6C6E70"/>
                </a:solidFill>
              </a:defRPr>
            </a:lvl1pPr>
          </a:lstStyle>
          <a:p>
            <a:r>
              <a:rPr lang="en-US" dirty="0"/>
              <a:t>Click to edit Master title style</a:t>
            </a:r>
          </a:p>
        </p:txBody>
      </p:sp>
    </p:spTree>
    <p:extLst>
      <p:ext uri="{BB962C8B-B14F-4D97-AF65-F5344CB8AC3E}">
        <p14:creationId xmlns:p14="http://schemas.microsoft.com/office/powerpoint/2010/main" val="20655216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Content_Split Column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2671529-2F7E-3836-74E4-3CDFD98AE15D}"/>
              </a:ext>
            </a:extLst>
          </p:cNvPr>
          <p:cNvSpPr/>
          <p:nvPr userDrawn="1"/>
        </p:nvSpPr>
        <p:spPr>
          <a:xfrm>
            <a:off x="0" y="-1"/>
            <a:ext cx="6096000" cy="62453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61107DDB-6837-A746-1EC4-4C837938F06B}"/>
              </a:ext>
            </a:extLst>
          </p:cNvPr>
          <p:cNvSpPr>
            <a:spLocks noGrp="1"/>
          </p:cNvSpPr>
          <p:nvPr>
            <p:ph type="ftr" sz="quarter" idx="10"/>
          </p:nvPr>
        </p:nvSpPr>
        <p:spPr/>
        <p:txBody>
          <a:bodyPr/>
          <a:lstStyle/>
          <a:p>
            <a:r>
              <a:rPr lang="en-US"/>
              <a:t>Confidential – Do Not Distribute</a:t>
            </a:r>
            <a:endParaRPr lang="en-US" dirty="0"/>
          </a:p>
        </p:txBody>
      </p:sp>
      <p:sp>
        <p:nvSpPr>
          <p:cNvPr id="4" name="Slide Number Placeholder 3">
            <a:extLst>
              <a:ext uri="{FF2B5EF4-FFF2-40B4-BE49-F238E27FC236}">
                <a16:creationId xmlns:a16="http://schemas.microsoft.com/office/drawing/2014/main" id="{BE5AC036-B8C1-C209-69F0-A1536AAED7C6}"/>
              </a:ext>
            </a:extLst>
          </p:cNvPr>
          <p:cNvSpPr>
            <a:spLocks noGrp="1"/>
          </p:cNvSpPr>
          <p:nvPr>
            <p:ph type="sldNum" sz="quarter" idx="11"/>
          </p:nvPr>
        </p:nvSpPr>
        <p:spPr/>
        <p:txBody>
          <a:bodyPr/>
          <a:lstStyle/>
          <a:p>
            <a:fld id="{FA1B4D35-D017-4806-BAD3-E7FA12AE0845}" type="slidenum">
              <a:rPr lang="en-US" smtClean="0"/>
              <a:pPr/>
              <a:t>‹#›</a:t>
            </a:fld>
            <a:endParaRPr lang="en-US" dirty="0"/>
          </a:p>
        </p:txBody>
      </p:sp>
      <p:cxnSp>
        <p:nvCxnSpPr>
          <p:cNvPr id="6" name="Straight Connector 5">
            <a:extLst>
              <a:ext uri="{FF2B5EF4-FFF2-40B4-BE49-F238E27FC236}">
                <a16:creationId xmlns:a16="http://schemas.microsoft.com/office/drawing/2014/main" id="{28A1833E-4905-487C-EAD3-5769AB7EB4DC}"/>
              </a:ext>
            </a:extLst>
          </p:cNvPr>
          <p:cNvCxnSpPr>
            <a:cxnSpLocks/>
          </p:cNvCxnSpPr>
          <p:nvPr userDrawn="1"/>
        </p:nvCxnSpPr>
        <p:spPr>
          <a:xfrm>
            <a:off x="619648" y="319889"/>
            <a:ext cx="1095270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6F20DAB1-150E-365C-0297-5D45EBBFAEA4}"/>
              </a:ext>
            </a:extLst>
          </p:cNvPr>
          <p:cNvSpPr>
            <a:spLocks noGrp="1"/>
          </p:cNvSpPr>
          <p:nvPr>
            <p:ph idx="1" hasCustomPrompt="1"/>
          </p:nvPr>
        </p:nvSpPr>
        <p:spPr>
          <a:xfrm>
            <a:off x="838200" y="1624835"/>
            <a:ext cx="5059680" cy="4465070"/>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EE56FDF6-200C-5ED9-FD76-C2DE0A83A825}"/>
              </a:ext>
            </a:extLst>
          </p:cNvPr>
          <p:cNvSpPr/>
          <p:nvPr userDrawn="1"/>
        </p:nvSpPr>
        <p:spPr>
          <a:xfrm rot="5400000">
            <a:off x="-2587452" y="2587451"/>
            <a:ext cx="5426110" cy="251207"/>
          </a:xfrm>
          <a:prstGeom prst="rect">
            <a:avLst/>
          </a:prstGeom>
          <a:solidFill>
            <a:srgbClr val="4CB7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75812606-E6DE-9F72-3DEF-5374170388CD}"/>
              </a:ext>
            </a:extLst>
          </p:cNvPr>
          <p:cNvCxnSpPr>
            <a:cxnSpLocks/>
          </p:cNvCxnSpPr>
          <p:nvPr userDrawn="1"/>
        </p:nvCxnSpPr>
        <p:spPr>
          <a:xfrm>
            <a:off x="628859" y="331676"/>
            <a:ext cx="10952704" cy="0"/>
          </a:xfrm>
          <a:prstGeom prst="line">
            <a:avLst/>
          </a:prstGeom>
          <a:ln>
            <a:solidFill>
              <a:srgbClr val="6C6E70"/>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A73A7626-E247-D211-08D8-56416D92922A}"/>
              </a:ext>
            </a:extLst>
          </p:cNvPr>
          <p:cNvSpPr>
            <a:spLocks noGrp="1"/>
          </p:cNvSpPr>
          <p:nvPr>
            <p:ph idx="12" hasCustomPrompt="1"/>
          </p:nvPr>
        </p:nvSpPr>
        <p:spPr>
          <a:xfrm>
            <a:off x="6494017" y="1628132"/>
            <a:ext cx="5068824" cy="4461773"/>
          </a:xfrm>
        </p:spPr>
        <p:txBody>
          <a:bodyPr/>
          <a:lstStyle>
            <a:lvl1pPr>
              <a:defRPr>
                <a:solidFill>
                  <a:srgbClr val="6C6E70"/>
                </a:solidFill>
              </a:defRPr>
            </a:lvl1pPr>
            <a:lvl2pPr>
              <a:defRPr>
                <a:solidFill>
                  <a:srgbClr val="6C6E70"/>
                </a:solidFill>
              </a:defRPr>
            </a:lvl2pPr>
            <a:lvl3pPr>
              <a:defRPr>
                <a:solidFill>
                  <a:srgbClr val="6C6E70"/>
                </a:solidFill>
              </a:defRPr>
            </a:lvl3pPr>
            <a:lvl4pPr>
              <a:defRPr>
                <a:solidFill>
                  <a:srgbClr val="6C6E70"/>
                </a:solidFill>
              </a:defRPr>
            </a:lvl4pPr>
            <a:lvl5pPr>
              <a:defRPr>
                <a:solidFill>
                  <a:srgbClr val="6C6E70"/>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itle 1">
            <a:extLst>
              <a:ext uri="{FF2B5EF4-FFF2-40B4-BE49-F238E27FC236}">
                <a16:creationId xmlns:a16="http://schemas.microsoft.com/office/drawing/2014/main" id="{85C4CE9A-6831-1274-910C-4EA0C11BC211}"/>
              </a:ext>
            </a:extLst>
          </p:cNvPr>
          <p:cNvSpPr>
            <a:spLocks noGrp="1"/>
          </p:cNvSpPr>
          <p:nvPr>
            <p:ph type="title" hasCustomPrompt="1"/>
          </p:nvPr>
        </p:nvSpPr>
        <p:spPr>
          <a:xfrm>
            <a:off x="628859" y="331676"/>
            <a:ext cx="10515600" cy="994708"/>
          </a:xfrm>
        </p:spPr>
        <p:txBody>
          <a:bodyPr>
            <a:normAutofit/>
          </a:bodyPr>
          <a:lstStyle>
            <a:lvl1pPr>
              <a:defRPr sz="4400">
                <a:solidFill>
                  <a:schemeClr val="bg1"/>
                </a:solidFill>
              </a:defRPr>
            </a:lvl1pPr>
          </a:lstStyle>
          <a:p>
            <a:r>
              <a:rPr lang="en-US" dirty="0"/>
              <a:t>Click to edit Title</a:t>
            </a:r>
          </a:p>
        </p:txBody>
      </p:sp>
    </p:spTree>
    <p:extLst>
      <p:ext uri="{BB962C8B-B14F-4D97-AF65-F5344CB8AC3E}">
        <p14:creationId xmlns:p14="http://schemas.microsoft.com/office/powerpoint/2010/main" val="254035355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ivider Slide - Blu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B57CD37-CF5D-0254-BB4A-4FAAB00009B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7999"/>
          </a:xfrm>
          <a:prstGeom prst="rect">
            <a:avLst/>
          </a:prstGeom>
        </p:spPr>
      </p:pic>
      <p:sp>
        <p:nvSpPr>
          <p:cNvPr id="2" name="Title 1">
            <a:extLst>
              <a:ext uri="{FF2B5EF4-FFF2-40B4-BE49-F238E27FC236}">
                <a16:creationId xmlns:a16="http://schemas.microsoft.com/office/drawing/2014/main" id="{06604213-5CF8-C3A2-A49D-FC7D70CFBE28}"/>
              </a:ext>
            </a:extLst>
          </p:cNvPr>
          <p:cNvSpPr>
            <a:spLocks noGrp="1"/>
          </p:cNvSpPr>
          <p:nvPr>
            <p:ph type="title"/>
          </p:nvPr>
        </p:nvSpPr>
        <p:spPr>
          <a:xfrm>
            <a:off x="381000" y="2539914"/>
            <a:ext cx="10515600" cy="1191827"/>
          </a:xfrm>
        </p:spPr>
        <p:txBody>
          <a:bodyPr/>
          <a:lstStyle>
            <a:lvl1pPr>
              <a:defRPr>
                <a:solidFill>
                  <a:schemeClr val="bg1"/>
                </a:solidFill>
              </a:defRPr>
            </a:lvl1pPr>
          </a:lstStyle>
          <a:p>
            <a:r>
              <a:rPr lang="en-US" dirty="0"/>
              <a:t>Click to edit Master title style</a:t>
            </a:r>
          </a:p>
        </p:txBody>
      </p:sp>
      <p:sp>
        <p:nvSpPr>
          <p:cNvPr id="3" name="Footer Placeholder 2">
            <a:extLst>
              <a:ext uri="{FF2B5EF4-FFF2-40B4-BE49-F238E27FC236}">
                <a16:creationId xmlns:a16="http://schemas.microsoft.com/office/drawing/2014/main" id="{3EAD95C7-4402-538B-AFCD-3DF0783F5EC0}"/>
              </a:ext>
            </a:extLst>
          </p:cNvPr>
          <p:cNvSpPr>
            <a:spLocks noGrp="1"/>
          </p:cNvSpPr>
          <p:nvPr>
            <p:ph type="ftr" sz="quarter" idx="10"/>
          </p:nvPr>
        </p:nvSpPr>
        <p:spPr/>
        <p:txBody>
          <a:bodyPr/>
          <a:lstStyle>
            <a:lvl1pPr>
              <a:defRPr>
                <a:solidFill>
                  <a:schemeClr val="bg1"/>
                </a:solidFill>
              </a:defRPr>
            </a:lvl1pPr>
          </a:lstStyle>
          <a:p>
            <a:r>
              <a:rPr lang="en-US" dirty="0"/>
              <a:t>Confidential – Do Not Distribute</a:t>
            </a:r>
          </a:p>
        </p:txBody>
      </p:sp>
    </p:spTree>
    <p:extLst>
      <p:ext uri="{BB962C8B-B14F-4D97-AF65-F5344CB8AC3E}">
        <p14:creationId xmlns:p14="http://schemas.microsoft.com/office/powerpoint/2010/main" val="2803233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image" Target="../media/image10.png"/><Relationship Id="rId5" Type="http://schemas.openxmlformats.org/officeDocument/2006/relationships/slideLayout" Target="../slideLayouts/slideLayout25.xml"/><Relationship Id="rId10" Type="http://schemas.openxmlformats.org/officeDocument/2006/relationships/image" Target="../media/image9.png"/><Relationship Id="rId4" Type="http://schemas.openxmlformats.org/officeDocument/2006/relationships/slideLayout" Target="../slideLayouts/slideLayout24.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image" Target="../media/image9.png"/><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image" Target="../media/image10.png"/><Relationship Id="rId5" Type="http://schemas.openxmlformats.org/officeDocument/2006/relationships/slideLayout" Target="../slideLayouts/slideLayout33.xml"/><Relationship Id="rId10" Type="http://schemas.openxmlformats.org/officeDocument/2006/relationships/theme" Target="../theme/theme4.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D73899-AF30-6E9E-5351-13179F1AEA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BA8ACBFB-8C08-AD8A-677B-C38966484A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EA33E411-D649-0ECE-2329-E3B1D7A41C4B}"/>
              </a:ext>
            </a:extLst>
          </p:cNvPr>
          <p:cNvSpPr>
            <a:spLocks noGrp="1"/>
          </p:cNvSpPr>
          <p:nvPr>
            <p:ph type="ftr" sz="quarter" idx="3"/>
          </p:nvPr>
        </p:nvSpPr>
        <p:spPr>
          <a:xfrm>
            <a:off x="4038600" y="6475413"/>
            <a:ext cx="4114800" cy="365125"/>
          </a:xfrm>
          <a:prstGeom prst="rect">
            <a:avLst/>
          </a:prstGeom>
        </p:spPr>
        <p:txBody>
          <a:bodyPr vert="horz" lIns="91440" tIns="45720" rIns="91440" bIns="45720" rtlCol="0" anchor="b"/>
          <a:lstStyle>
            <a:lvl1pPr algn="ctr">
              <a:defRPr sz="1200" b="0">
                <a:solidFill>
                  <a:srgbClr val="6C6E70"/>
                </a:solidFill>
              </a:defRPr>
            </a:lvl1pPr>
          </a:lstStyle>
          <a:p>
            <a:r>
              <a:rPr lang="en-US" dirty="0"/>
              <a:t>Confidential – Do Not Distribute</a:t>
            </a:r>
          </a:p>
        </p:txBody>
      </p:sp>
      <p:sp>
        <p:nvSpPr>
          <p:cNvPr id="6" name="Slide Number Placeholder 5">
            <a:extLst>
              <a:ext uri="{FF2B5EF4-FFF2-40B4-BE49-F238E27FC236}">
                <a16:creationId xmlns:a16="http://schemas.microsoft.com/office/drawing/2014/main" id="{AA751C88-53B8-46EF-274A-B094601FEEAB}"/>
              </a:ext>
            </a:extLst>
          </p:cNvPr>
          <p:cNvSpPr>
            <a:spLocks noGrp="1"/>
          </p:cNvSpPr>
          <p:nvPr>
            <p:ph type="sldNum" sz="quarter" idx="4"/>
          </p:nvPr>
        </p:nvSpPr>
        <p:spPr>
          <a:xfrm>
            <a:off x="8829152" y="6480432"/>
            <a:ext cx="2743200" cy="365125"/>
          </a:xfrm>
          <a:prstGeom prst="rect">
            <a:avLst/>
          </a:prstGeom>
        </p:spPr>
        <p:txBody>
          <a:bodyPr vert="horz" lIns="91440" tIns="45720" rIns="91440" bIns="45720" rtlCol="0" anchor="ctr"/>
          <a:lstStyle>
            <a:lvl1pPr algn="r">
              <a:defRPr sz="1200">
                <a:solidFill>
                  <a:schemeClr val="tx1"/>
                </a:solidFill>
              </a:defRPr>
            </a:lvl1pPr>
          </a:lstStyle>
          <a:p>
            <a:fld id="{FA1B4D35-D017-4806-BAD3-E7FA12AE0845}" type="slidenum">
              <a:rPr lang="en-US" smtClean="0"/>
              <a:pPr/>
              <a:t>‹#›</a:t>
            </a:fld>
            <a:endParaRPr lang="en-US" dirty="0"/>
          </a:p>
        </p:txBody>
      </p:sp>
      <p:pic>
        <p:nvPicPr>
          <p:cNvPr id="18" name="Picture 17" descr="A blue and green logo&#10;&#10;Description automatically generated">
            <a:extLst>
              <a:ext uri="{FF2B5EF4-FFF2-40B4-BE49-F238E27FC236}">
                <a16:creationId xmlns:a16="http://schemas.microsoft.com/office/drawing/2014/main" id="{22F1F2C1-F738-A657-D10D-FC402F63084A}"/>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619648" y="6492875"/>
            <a:ext cx="1546654" cy="347663"/>
          </a:xfrm>
          <a:prstGeom prst="rect">
            <a:avLst/>
          </a:prstGeom>
        </p:spPr>
      </p:pic>
      <p:sp>
        <p:nvSpPr>
          <p:cNvPr id="21" name="Date Placeholder 20">
            <a:extLst>
              <a:ext uri="{FF2B5EF4-FFF2-40B4-BE49-F238E27FC236}">
                <a16:creationId xmlns:a16="http://schemas.microsoft.com/office/drawing/2014/main" id="{9D57DCAB-42F4-27A5-EEA1-C5BD149CD4A0}"/>
              </a:ext>
            </a:extLst>
          </p:cNvPr>
          <p:cNvSpPr>
            <a:spLocks noGrp="1"/>
          </p:cNvSpPr>
          <p:nvPr>
            <p:ph type="dt" sz="half" idx="2"/>
          </p:nvPr>
        </p:nvSpPr>
        <p:spPr>
          <a:xfrm>
            <a:off x="619648" y="6462725"/>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AB9279-3E1D-4F40-8667-5A60DFA63F40}" type="datetimeFigureOut">
              <a:rPr lang="en-US" smtClean="0"/>
              <a:t>6/10/2025</a:t>
            </a:fld>
            <a:endParaRPr lang="en-US"/>
          </a:p>
        </p:txBody>
      </p:sp>
      <p:pic>
        <p:nvPicPr>
          <p:cNvPr id="25" name="Picture 24" descr="A blue and green logo&#10;&#10;Description automatically generated">
            <a:extLst>
              <a:ext uri="{FF2B5EF4-FFF2-40B4-BE49-F238E27FC236}">
                <a16:creationId xmlns:a16="http://schemas.microsoft.com/office/drawing/2014/main" id="{EF7A5A33-9BDB-E970-BD1D-D54A97A7A592}"/>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100816" y="6469958"/>
            <a:ext cx="471536" cy="388042"/>
          </a:xfrm>
          <a:prstGeom prst="rect">
            <a:avLst/>
          </a:prstGeom>
        </p:spPr>
      </p:pic>
      <p:cxnSp>
        <p:nvCxnSpPr>
          <p:cNvPr id="4" name="Straight Connector 3">
            <a:extLst>
              <a:ext uri="{FF2B5EF4-FFF2-40B4-BE49-F238E27FC236}">
                <a16:creationId xmlns:a16="http://schemas.microsoft.com/office/drawing/2014/main" id="{94C539B6-2A9D-8DB1-3F7D-FFDEFA2A877D}"/>
              </a:ext>
            </a:extLst>
          </p:cNvPr>
          <p:cNvCxnSpPr>
            <a:cxnSpLocks/>
          </p:cNvCxnSpPr>
          <p:nvPr userDrawn="1"/>
        </p:nvCxnSpPr>
        <p:spPr>
          <a:xfrm>
            <a:off x="619648" y="6445783"/>
            <a:ext cx="1095270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0173496"/>
      </p:ext>
    </p:extLst>
  </p:cSld>
  <p:clrMap bg1="lt1" tx1="dk1" bg2="lt2" tx2="dk2" accent1="accent1" accent2="accent2" accent3="accent3" accent4="accent4" accent5="accent5" accent6="accent6" hlink="hlink" folHlink="folHlink"/>
  <p:sldLayoutIdLst>
    <p:sldLayoutId id="2147483690" r:id="rId1"/>
    <p:sldLayoutId id="2147483665" r:id="rId2"/>
    <p:sldLayoutId id="2147483667" r:id="rId3"/>
    <p:sldLayoutId id="2147483668" r:id="rId4"/>
    <p:sldLayoutId id="2147483663" r:id="rId5"/>
    <p:sldLayoutId id="2147483664" r:id="rId6"/>
    <p:sldLayoutId id="2147483669" r:id="rId7"/>
    <p:sldLayoutId id="2147483680" r:id="rId8"/>
    <p:sldLayoutId id="2147483695" r:id="rId9"/>
    <p:sldLayoutId id="2147483660" r:id="rId10"/>
  </p:sldLayoutIdLst>
  <p:hf hdr="0" dt="0"/>
  <p:txStyles>
    <p:titleStyle>
      <a:lvl1pPr algn="l" defTabSz="914400" rtl="0" eaLnBrk="1" latinLnBrk="0" hangingPunct="1">
        <a:lnSpc>
          <a:spcPct val="90000"/>
        </a:lnSpc>
        <a:spcBef>
          <a:spcPct val="0"/>
        </a:spcBef>
        <a:buNone/>
        <a:defRPr sz="4800" b="1" kern="1200">
          <a:solidFill>
            <a:srgbClr val="6C6E70"/>
          </a:solidFill>
          <a:latin typeface="+mj-lt"/>
          <a:ea typeface="+mj-ea"/>
          <a:cs typeface="+mj-cs"/>
        </a:defRPr>
      </a:lvl1pPr>
    </p:titleStyle>
    <p:bodyStyle>
      <a:lvl1pPr marL="457200" indent="-457200" algn="l" defTabSz="914400" rtl="0" eaLnBrk="1" latinLnBrk="0" hangingPunct="1">
        <a:lnSpc>
          <a:spcPct val="90000"/>
        </a:lnSpc>
        <a:spcBef>
          <a:spcPts val="1000"/>
        </a:spcBef>
        <a:buClr>
          <a:srgbClr val="0B5293"/>
        </a:buClr>
        <a:buSzPct val="100000"/>
        <a:buFont typeface="Arial" panose="020B0604020202020204" pitchFamily="34" charset="0"/>
        <a:buChar char="•"/>
        <a:defRPr sz="2800" kern="1200">
          <a:solidFill>
            <a:schemeClr val="tx1"/>
          </a:solidFill>
          <a:latin typeface="+mn-lt"/>
          <a:ea typeface="+mn-ea"/>
          <a:cs typeface="+mn-cs"/>
        </a:defRPr>
      </a:lvl1pPr>
      <a:lvl2pPr marL="800100" indent="-342900" algn="l" defTabSz="914400" rtl="0" eaLnBrk="1" latinLnBrk="0" hangingPunct="1">
        <a:lnSpc>
          <a:spcPct val="90000"/>
        </a:lnSpc>
        <a:spcBef>
          <a:spcPts val="500"/>
        </a:spcBef>
        <a:buClr>
          <a:srgbClr val="0B5293"/>
        </a:buClr>
        <a:buFont typeface="Arial" panose="020B0604020202020204" pitchFamily="34" charset="0"/>
        <a:buChar char="•"/>
        <a:defRPr sz="2400" kern="1200">
          <a:solidFill>
            <a:schemeClr val="tx1"/>
          </a:solidFill>
          <a:latin typeface="+mn-lt"/>
          <a:ea typeface="+mn-ea"/>
          <a:cs typeface="+mn-cs"/>
        </a:defRPr>
      </a:lvl2pPr>
      <a:lvl3pPr marL="1257300" indent="-342900" algn="l" defTabSz="914400" rtl="0" eaLnBrk="1" latinLnBrk="0" hangingPunct="1">
        <a:lnSpc>
          <a:spcPct val="90000"/>
        </a:lnSpc>
        <a:spcBef>
          <a:spcPts val="500"/>
        </a:spcBef>
        <a:buClr>
          <a:srgbClr val="0B5293"/>
        </a:buClr>
        <a:buFont typeface="Arial" panose="020B0604020202020204" pitchFamily="34" charset="0"/>
        <a:buChar char="•"/>
        <a:defRPr sz="20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Clr>
          <a:srgbClr val="0B5293"/>
        </a:buClr>
        <a:buFont typeface="Arial" panose="020B0604020202020204" pitchFamily="34" charset="0"/>
        <a:buChar char="•"/>
        <a:defRPr sz="1600" kern="1200">
          <a:solidFill>
            <a:schemeClr val="tx1"/>
          </a:solidFill>
          <a:latin typeface="+mn-lt"/>
          <a:ea typeface="+mn-ea"/>
          <a:cs typeface="+mn-cs"/>
        </a:defRPr>
      </a:lvl4pPr>
      <a:lvl5pPr marL="2000250" indent="-171450" algn="l" defTabSz="914400" rtl="0" eaLnBrk="1" latinLnBrk="0" hangingPunct="1">
        <a:lnSpc>
          <a:spcPct val="90000"/>
        </a:lnSpc>
        <a:spcBef>
          <a:spcPts val="500"/>
        </a:spcBef>
        <a:buClr>
          <a:srgbClr val="0B5293"/>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D73899-AF30-6E9E-5351-13179F1AEA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BA8ACBFB-8C08-AD8A-677B-C38966484A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EA33E411-D649-0ECE-2329-E3B1D7A41C4B}"/>
              </a:ext>
            </a:extLst>
          </p:cNvPr>
          <p:cNvSpPr>
            <a:spLocks noGrp="1"/>
          </p:cNvSpPr>
          <p:nvPr>
            <p:ph type="ftr" sz="quarter" idx="3"/>
          </p:nvPr>
        </p:nvSpPr>
        <p:spPr>
          <a:xfrm>
            <a:off x="4038600" y="6475413"/>
            <a:ext cx="4114800" cy="365125"/>
          </a:xfrm>
          <a:prstGeom prst="rect">
            <a:avLst/>
          </a:prstGeom>
        </p:spPr>
        <p:txBody>
          <a:bodyPr vert="horz" lIns="91440" tIns="45720" rIns="91440" bIns="45720" rtlCol="0" anchor="b"/>
          <a:lstStyle>
            <a:lvl1pPr algn="ctr">
              <a:defRPr sz="1200" b="0">
                <a:solidFill>
                  <a:srgbClr val="6C6E70"/>
                </a:solidFill>
              </a:defRPr>
            </a:lvl1pPr>
          </a:lstStyle>
          <a:p>
            <a:r>
              <a:rPr lang="en-US" dirty="0"/>
              <a:t>Confidential – Do Not Distribute</a:t>
            </a:r>
          </a:p>
        </p:txBody>
      </p:sp>
      <p:sp>
        <p:nvSpPr>
          <p:cNvPr id="6" name="Slide Number Placeholder 5">
            <a:extLst>
              <a:ext uri="{FF2B5EF4-FFF2-40B4-BE49-F238E27FC236}">
                <a16:creationId xmlns:a16="http://schemas.microsoft.com/office/drawing/2014/main" id="{AA751C88-53B8-46EF-274A-B094601FEEAB}"/>
              </a:ext>
            </a:extLst>
          </p:cNvPr>
          <p:cNvSpPr>
            <a:spLocks noGrp="1"/>
          </p:cNvSpPr>
          <p:nvPr>
            <p:ph type="sldNum" sz="quarter" idx="4"/>
          </p:nvPr>
        </p:nvSpPr>
        <p:spPr>
          <a:xfrm>
            <a:off x="8829152" y="6480432"/>
            <a:ext cx="2743200" cy="365125"/>
          </a:xfrm>
          <a:prstGeom prst="rect">
            <a:avLst/>
          </a:prstGeom>
        </p:spPr>
        <p:txBody>
          <a:bodyPr vert="horz" lIns="91440" tIns="45720" rIns="91440" bIns="45720" rtlCol="0" anchor="ctr"/>
          <a:lstStyle>
            <a:lvl1pPr algn="r">
              <a:defRPr sz="1200">
                <a:solidFill>
                  <a:schemeClr val="tx1"/>
                </a:solidFill>
              </a:defRPr>
            </a:lvl1pPr>
          </a:lstStyle>
          <a:p>
            <a:fld id="{FA1B4D35-D017-4806-BAD3-E7FA12AE0845}" type="slidenum">
              <a:rPr lang="en-US" smtClean="0"/>
              <a:pPr/>
              <a:t>‹#›</a:t>
            </a:fld>
            <a:endParaRPr lang="en-US" dirty="0"/>
          </a:p>
        </p:txBody>
      </p:sp>
      <p:pic>
        <p:nvPicPr>
          <p:cNvPr id="18" name="Picture 17" descr="A blue and green logo&#10;&#10;Description automatically generated">
            <a:extLst>
              <a:ext uri="{FF2B5EF4-FFF2-40B4-BE49-F238E27FC236}">
                <a16:creationId xmlns:a16="http://schemas.microsoft.com/office/drawing/2014/main" id="{22F1F2C1-F738-A657-D10D-FC402F63084A}"/>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619648" y="6492875"/>
            <a:ext cx="1546654" cy="347663"/>
          </a:xfrm>
          <a:prstGeom prst="rect">
            <a:avLst/>
          </a:prstGeom>
        </p:spPr>
      </p:pic>
      <p:sp>
        <p:nvSpPr>
          <p:cNvPr id="21" name="Date Placeholder 20">
            <a:extLst>
              <a:ext uri="{FF2B5EF4-FFF2-40B4-BE49-F238E27FC236}">
                <a16:creationId xmlns:a16="http://schemas.microsoft.com/office/drawing/2014/main" id="{9D57DCAB-42F4-27A5-EEA1-C5BD149CD4A0}"/>
              </a:ext>
            </a:extLst>
          </p:cNvPr>
          <p:cNvSpPr>
            <a:spLocks noGrp="1"/>
          </p:cNvSpPr>
          <p:nvPr>
            <p:ph type="dt" sz="half" idx="2"/>
          </p:nvPr>
        </p:nvSpPr>
        <p:spPr>
          <a:xfrm>
            <a:off x="619648" y="6462725"/>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AB9279-3E1D-4F40-8667-5A60DFA63F40}" type="datetimeFigureOut">
              <a:rPr lang="en-US" smtClean="0"/>
              <a:t>6/10/2025</a:t>
            </a:fld>
            <a:endParaRPr lang="en-US"/>
          </a:p>
        </p:txBody>
      </p:sp>
      <p:cxnSp>
        <p:nvCxnSpPr>
          <p:cNvPr id="4" name="Straight Connector 3">
            <a:extLst>
              <a:ext uri="{FF2B5EF4-FFF2-40B4-BE49-F238E27FC236}">
                <a16:creationId xmlns:a16="http://schemas.microsoft.com/office/drawing/2014/main" id="{94C539B6-2A9D-8DB1-3F7D-FFDEFA2A877D}"/>
              </a:ext>
            </a:extLst>
          </p:cNvPr>
          <p:cNvCxnSpPr>
            <a:cxnSpLocks/>
          </p:cNvCxnSpPr>
          <p:nvPr userDrawn="1"/>
        </p:nvCxnSpPr>
        <p:spPr>
          <a:xfrm>
            <a:off x="619648" y="6445783"/>
            <a:ext cx="1095270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3513829"/>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Lst>
  <p:hf hdr="0" dt="0"/>
  <p:txStyles>
    <p:titleStyle>
      <a:lvl1pPr algn="l" defTabSz="914400" rtl="0" eaLnBrk="1" latinLnBrk="0" hangingPunct="1">
        <a:lnSpc>
          <a:spcPct val="90000"/>
        </a:lnSpc>
        <a:spcBef>
          <a:spcPct val="0"/>
        </a:spcBef>
        <a:buNone/>
        <a:defRPr sz="4800" b="1" kern="1200">
          <a:solidFill>
            <a:srgbClr val="6C6E70"/>
          </a:solidFill>
          <a:latin typeface="+mj-lt"/>
          <a:ea typeface="+mj-ea"/>
          <a:cs typeface="+mj-cs"/>
        </a:defRPr>
      </a:lvl1pPr>
    </p:titleStyle>
    <p:bodyStyle>
      <a:lvl1pPr marL="457200" indent="-457200" algn="l" defTabSz="914400" rtl="0" eaLnBrk="1" latinLnBrk="0" hangingPunct="1">
        <a:lnSpc>
          <a:spcPct val="90000"/>
        </a:lnSpc>
        <a:spcBef>
          <a:spcPts val="1000"/>
        </a:spcBef>
        <a:buClr>
          <a:srgbClr val="0B5293"/>
        </a:buClr>
        <a:buSzPct val="100000"/>
        <a:buFont typeface="Arial" panose="020B0604020202020204" pitchFamily="34" charset="0"/>
        <a:buChar char="•"/>
        <a:defRPr sz="2800" kern="1200">
          <a:solidFill>
            <a:schemeClr val="tx1"/>
          </a:solidFill>
          <a:latin typeface="+mn-lt"/>
          <a:ea typeface="+mn-ea"/>
          <a:cs typeface="+mn-cs"/>
        </a:defRPr>
      </a:lvl1pPr>
      <a:lvl2pPr marL="800100" indent="-342900" algn="l" defTabSz="914400" rtl="0" eaLnBrk="1" latinLnBrk="0" hangingPunct="1">
        <a:lnSpc>
          <a:spcPct val="90000"/>
        </a:lnSpc>
        <a:spcBef>
          <a:spcPts val="500"/>
        </a:spcBef>
        <a:buClr>
          <a:srgbClr val="0B5293"/>
        </a:buClr>
        <a:buFont typeface="Arial" panose="020B0604020202020204" pitchFamily="34" charset="0"/>
        <a:buChar char="•"/>
        <a:defRPr sz="2400" kern="1200">
          <a:solidFill>
            <a:schemeClr val="tx1"/>
          </a:solidFill>
          <a:latin typeface="+mn-lt"/>
          <a:ea typeface="+mn-ea"/>
          <a:cs typeface="+mn-cs"/>
        </a:defRPr>
      </a:lvl2pPr>
      <a:lvl3pPr marL="1257300" indent="-342900" algn="l" defTabSz="914400" rtl="0" eaLnBrk="1" latinLnBrk="0" hangingPunct="1">
        <a:lnSpc>
          <a:spcPct val="90000"/>
        </a:lnSpc>
        <a:spcBef>
          <a:spcPts val="500"/>
        </a:spcBef>
        <a:buClr>
          <a:srgbClr val="0B5293"/>
        </a:buClr>
        <a:buFont typeface="Arial" panose="020B0604020202020204" pitchFamily="34" charset="0"/>
        <a:buChar char="•"/>
        <a:defRPr sz="20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Clr>
          <a:srgbClr val="0B5293"/>
        </a:buClr>
        <a:buFont typeface="Arial" panose="020B0604020202020204" pitchFamily="34" charset="0"/>
        <a:buChar char="•"/>
        <a:defRPr sz="1600" kern="1200">
          <a:solidFill>
            <a:schemeClr val="tx1"/>
          </a:solidFill>
          <a:latin typeface="+mn-lt"/>
          <a:ea typeface="+mn-ea"/>
          <a:cs typeface="+mn-cs"/>
        </a:defRPr>
      </a:lvl4pPr>
      <a:lvl5pPr marL="2000250" indent="-171450" algn="l" defTabSz="914400" rtl="0" eaLnBrk="1" latinLnBrk="0" hangingPunct="1">
        <a:lnSpc>
          <a:spcPct val="90000"/>
        </a:lnSpc>
        <a:spcBef>
          <a:spcPts val="500"/>
        </a:spcBef>
        <a:buClr>
          <a:srgbClr val="0B5293"/>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0B5293"/>
        </a:solidFill>
        <a:effectLst/>
      </p:bgPr>
    </p:bg>
    <p:spTree>
      <p:nvGrpSpPr>
        <p:cNvPr id="1" name=""/>
        <p:cNvGrpSpPr/>
        <p:nvPr/>
      </p:nvGrpSpPr>
      <p:grpSpPr>
        <a:xfrm>
          <a:off x="0" y="0"/>
          <a:ext cx="0" cy="0"/>
          <a:chOff x="0" y="0"/>
          <a:chExt cx="0" cy="0"/>
        </a:xfrm>
      </p:grpSpPr>
      <p:pic>
        <p:nvPicPr>
          <p:cNvPr id="10" name="Picture 9" descr="A white circle with a dna strand in it&#10;&#10;Description automatically generated">
            <a:extLst>
              <a:ext uri="{FF2B5EF4-FFF2-40B4-BE49-F238E27FC236}">
                <a16:creationId xmlns:a16="http://schemas.microsoft.com/office/drawing/2014/main" id="{51CA42AA-7A00-6CA2-DAD1-45A8E4A63849}"/>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0431940" y="6114493"/>
            <a:ext cx="1693004" cy="1148997"/>
          </a:xfrm>
          <a:prstGeom prst="rect">
            <a:avLst/>
          </a:prstGeom>
        </p:spPr>
      </p:pic>
      <p:sp>
        <p:nvSpPr>
          <p:cNvPr id="2" name="Title Placeholder 1">
            <a:extLst>
              <a:ext uri="{FF2B5EF4-FFF2-40B4-BE49-F238E27FC236}">
                <a16:creationId xmlns:a16="http://schemas.microsoft.com/office/drawing/2014/main" id="{B9D73899-AF30-6E9E-5351-13179F1AEA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BA8ACBFB-8C08-AD8A-677B-C38966484ACB}"/>
              </a:ext>
            </a:extLst>
          </p:cNvPr>
          <p:cNvSpPr>
            <a:spLocks noGrp="1"/>
          </p:cNvSpPr>
          <p:nvPr>
            <p:ph type="body" idx="1"/>
          </p:nvPr>
        </p:nvSpPr>
        <p:spPr>
          <a:xfrm>
            <a:off x="838200" y="1825626"/>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EA33E411-D649-0ECE-2329-E3B1D7A41C4B}"/>
              </a:ext>
            </a:extLst>
          </p:cNvPr>
          <p:cNvSpPr>
            <a:spLocks noGrp="1"/>
          </p:cNvSpPr>
          <p:nvPr>
            <p:ph type="ftr" sz="quarter" idx="3"/>
          </p:nvPr>
        </p:nvSpPr>
        <p:spPr>
          <a:xfrm>
            <a:off x="4038600" y="6475413"/>
            <a:ext cx="4114800" cy="365125"/>
          </a:xfrm>
          <a:prstGeom prst="rect">
            <a:avLst/>
          </a:prstGeom>
        </p:spPr>
        <p:txBody>
          <a:bodyPr vert="horz" lIns="91440" tIns="45720" rIns="91440" bIns="45720" rtlCol="0" anchor="b"/>
          <a:lstStyle>
            <a:lvl1pPr algn="ctr">
              <a:defRPr sz="1200" b="0">
                <a:solidFill>
                  <a:schemeClr val="bg1"/>
                </a:solidFill>
              </a:defRPr>
            </a:lvl1pPr>
          </a:lstStyle>
          <a:p>
            <a:r>
              <a:rPr lang="en-US" dirty="0"/>
              <a:t>Confidential – Do Not Distribute</a:t>
            </a:r>
          </a:p>
        </p:txBody>
      </p:sp>
      <p:sp>
        <p:nvSpPr>
          <p:cNvPr id="6" name="Slide Number Placeholder 5">
            <a:extLst>
              <a:ext uri="{FF2B5EF4-FFF2-40B4-BE49-F238E27FC236}">
                <a16:creationId xmlns:a16="http://schemas.microsoft.com/office/drawing/2014/main" id="{AA751C88-53B8-46EF-274A-B094601FEEAB}"/>
              </a:ext>
            </a:extLst>
          </p:cNvPr>
          <p:cNvSpPr>
            <a:spLocks noGrp="1"/>
          </p:cNvSpPr>
          <p:nvPr>
            <p:ph type="sldNum" sz="quarter" idx="4"/>
          </p:nvPr>
        </p:nvSpPr>
        <p:spPr>
          <a:xfrm>
            <a:off x="8829152" y="6480432"/>
            <a:ext cx="2743200" cy="365125"/>
          </a:xfrm>
          <a:prstGeom prst="rect">
            <a:avLst/>
          </a:prstGeom>
        </p:spPr>
        <p:txBody>
          <a:bodyPr vert="horz" lIns="91440" tIns="45720" rIns="91440" bIns="45720" rtlCol="0" anchor="ctr"/>
          <a:lstStyle>
            <a:lvl1pPr algn="r">
              <a:defRPr sz="1200">
                <a:solidFill>
                  <a:schemeClr val="bg1"/>
                </a:solidFill>
              </a:defRPr>
            </a:lvl1pPr>
          </a:lstStyle>
          <a:p>
            <a:fld id="{FA1B4D35-D017-4806-BAD3-E7FA12AE0845}" type="slidenum">
              <a:rPr lang="en-US" smtClean="0"/>
              <a:pPr/>
              <a:t>‹#›</a:t>
            </a:fld>
            <a:endParaRPr lang="en-US" dirty="0"/>
          </a:p>
        </p:txBody>
      </p:sp>
      <p:sp>
        <p:nvSpPr>
          <p:cNvPr id="21" name="Date Placeholder 20">
            <a:extLst>
              <a:ext uri="{FF2B5EF4-FFF2-40B4-BE49-F238E27FC236}">
                <a16:creationId xmlns:a16="http://schemas.microsoft.com/office/drawing/2014/main" id="{9D57DCAB-42F4-27A5-EEA1-C5BD149CD4A0}"/>
              </a:ext>
            </a:extLst>
          </p:cNvPr>
          <p:cNvSpPr>
            <a:spLocks noGrp="1"/>
          </p:cNvSpPr>
          <p:nvPr>
            <p:ph type="dt" sz="half" idx="2"/>
          </p:nvPr>
        </p:nvSpPr>
        <p:spPr>
          <a:xfrm>
            <a:off x="619648" y="6462725"/>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AB9279-3E1D-4F40-8667-5A60DFA63F40}" type="datetimeFigureOut">
              <a:rPr lang="en-US" smtClean="0"/>
              <a:t>6/10/2025</a:t>
            </a:fld>
            <a:endParaRPr lang="en-US" dirty="0"/>
          </a:p>
        </p:txBody>
      </p:sp>
      <p:cxnSp>
        <p:nvCxnSpPr>
          <p:cNvPr id="4" name="Straight Connector 3">
            <a:extLst>
              <a:ext uri="{FF2B5EF4-FFF2-40B4-BE49-F238E27FC236}">
                <a16:creationId xmlns:a16="http://schemas.microsoft.com/office/drawing/2014/main" id="{94C539B6-2A9D-8DB1-3F7D-FFDEFA2A877D}"/>
              </a:ext>
            </a:extLst>
          </p:cNvPr>
          <p:cNvCxnSpPr>
            <a:cxnSpLocks/>
          </p:cNvCxnSpPr>
          <p:nvPr userDrawn="1"/>
        </p:nvCxnSpPr>
        <p:spPr>
          <a:xfrm>
            <a:off x="619648" y="6445783"/>
            <a:ext cx="1095270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Picture 7" descr="A white text on a black background&#10;&#10;Description automatically generated">
            <a:extLst>
              <a:ext uri="{FF2B5EF4-FFF2-40B4-BE49-F238E27FC236}">
                <a16:creationId xmlns:a16="http://schemas.microsoft.com/office/drawing/2014/main" id="{5AABD03E-3AF0-E054-7E1E-050BF8065C69}"/>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619648" y="6462725"/>
            <a:ext cx="1572157" cy="430187"/>
          </a:xfrm>
          <a:prstGeom prst="rect">
            <a:avLst/>
          </a:prstGeom>
        </p:spPr>
      </p:pic>
    </p:spTree>
    <p:extLst>
      <p:ext uri="{BB962C8B-B14F-4D97-AF65-F5344CB8AC3E}">
        <p14:creationId xmlns:p14="http://schemas.microsoft.com/office/powerpoint/2010/main" val="2432683809"/>
      </p:ext>
    </p:extLst>
  </p:cSld>
  <p:clrMap bg1="lt1" tx1="dk1" bg2="lt2" tx2="dk2" accent1="accent1" accent2="accent2" accent3="accent3" accent4="accent4" accent5="accent5" accent6="accent6" hlink="hlink" folHlink="folHlink"/>
  <p:sldLayoutIdLst>
    <p:sldLayoutId id="2147483673" r:id="rId1"/>
    <p:sldLayoutId id="2147483691" r:id="rId2"/>
    <p:sldLayoutId id="2147483674" r:id="rId3"/>
    <p:sldLayoutId id="2147483676" r:id="rId4"/>
    <p:sldLayoutId id="2147483678" r:id="rId5"/>
    <p:sldLayoutId id="2147483679" r:id="rId6"/>
    <p:sldLayoutId id="2147483696" r:id="rId7"/>
    <p:sldLayoutId id="2147483675" r:id="rId8"/>
  </p:sldLayoutIdLst>
  <p:hf hdr="0" dt="0"/>
  <p:txStyles>
    <p:titleStyle>
      <a:lvl1pPr algn="l" defTabSz="914400" rtl="0" eaLnBrk="1" latinLnBrk="0" hangingPunct="1">
        <a:lnSpc>
          <a:spcPct val="90000"/>
        </a:lnSpc>
        <a:spcBef>
          <a:spcPct val="0"/>
        </a:spcBef>
        <a:buNone/>
        <a:defRPr sz="4800" b="1" kern="1200">
          <a:solidFill>
            <a:schemeClr val="bg1"/>
          </a:solidFill>
          <a:latin typeface="+mj-lt"/>
          <a:ea typeface="+mj-ea"/>
          <a:cs typeface="+mj-cs"/>
        </a:defRPr>
      </a:lvl1pPr>
    </p:titleStyle>
    <p:bodyStyle>
      <a:lvl1pPr marL="457200" indent="-457200" algn="l" defTabSz="914400" rtl="0" eaLnBrk="1" latinLnBrk="0" hangingPunct="1">
        <a:lnSpc>
          <a:spcPct val="90000"/>
        </a:lnSpc>
        <a:spcBef>
          <a:spcPts val="1000"/>
        </a:spcBef>
        <a:buClr>
          <a:srgbClr val="4CB748"/>
        </a:buClr>
        <a:buSzPct val="100000"/>
        <a:buFont typeface="Arial" panose="020B0604020202020204" pitchFamily="34" charset="0"/>
        <a:buChar char="•"/>
        <a:defRPr sz="2800" kern="1200">
          <a:solidFill>
            <a:schemeClr val="bg1"/>
          </a:solidFill>
          <a:latin typeface="+mn-lt"/>
          <a:ea typeface="+mn-ea"/>
          <a:cs typeface="+mn-cs"/>
        </a:defRPr>
      </a:lvl1pPr>
      <a:lvl2pPr marL="800100" indent="-342900" algn="l" defTabSz="914400" rtl="0" eaLnBrk="1" latinLnBrk="0" hangingPunct="1">
        <a:lnSpc>
          <a:spcPct val="90000"/>
        </a:lnSpc>
        <a:spcBef>
          <a:spcPts val="500"/>
        </a:spcBef>
        <a:buClr>
          <a:srgbClr val="4CB748"/>
        </a:buClr>
        <a:buFont typeface="Arial" panose="020B0604020202020204" pitchFamily="34" charset="0"/>
        <a:buChar char="•"/>
        <a:defRPr sz="2400" kern="1200">
          <a:solidFill>
            <a:schemeClr val="bg1"/>
          </a:solidFill>
          <a:latin typeface="+mn-lt"/>
          <a:ea typeface="+mn-ea"/>
          <a:cs typeface="+mn-cs"/>
        </a:defRPr>
      </a:lvl2pPr>
      <a:lvl3pPr marL="1257300" indent="-342900" algn="l" defTabSz="914400" rtl="0" eaLnBrk="1" latinLnBrk="0" hangingPunct="1">
        <a:lnSpc>
          <a:spcPct val="90000"/>
        </a:lnSpc>
        <a:spcBef>
          <a:spcPts val="500"/>
        </a:spcBef>
        <a:buClr>
          <a:srgbClr val="4CB748"/>
        </a:buClr>
        <a:buFont typeface="Arial" panose="020B0604020202020204" pitchFamily="34" charset="0"/>
        <a:buChar char="•"/>
        <a:defRPr sz="2000" kern="1200">
          <a:solidFill>
            <a:schemeClr val="bg1"/>
          </a:solidFill>
          <a:latin typeface="+mn-lt"/>
          <a:ea typeface="+mn-ea"/>
          <a:cs typeface="+mn-cs"/>
        </a:defRPr>
      </a:lvl3pPr>
      <a:lvl4pPr marL="1657350" indent="-285750" algn="l" defTabSz="914400" rtl="0" eaLnBrk="1" latinLnBrk="0" hangingPunct="1">
        <a:lnSpc>
          <a:spcPct val="90000"/>
        </a:lnSpc>
        <a:spcBef>
          <a:spcPts val="500"/>
        </a:spcBef>
        <a:buClr>
          <a:srgbClr val="4CB748"/>
        </a:buClr>
        <a:buFont typeface="Arial" panose="020B0604020202020204" pitchFamily="34" charset="0"/>
        <a:buChar char="•"/>
        <a:defRPr sz="1600" kern="1200">
          <a:solidFill>
            <a:schemeClr val="bg1"/>
          </a:solidFill>
          <a:latin typeface="+mn-lt"/>
          <a:ea typeface="+mn-ea"/>
          <a:cs typeface="+mn-cs"/>
        </a:defRPr>
      </a:lvl4pPr>
      <a:lvl5pPr marL="2000250" indent="-171450" algn="l" defTabSz="914400" rtl="0" eaLnBrk="1" latinLnBrk="0" hangingPunct="1">
        <a:lnSpc>
          <a:spcPct val="90000"/>
        </a:lnSpc>
        <a:spcBef>
          <a:spcPts val="500"/>
        </a:spcBef>
        <a:buClr>
          <a:srgbClr val="4CB748"/>
        </a:buClr>
        <a:buFont typeface="Arial" panose="020B0604020202020204" pitchFamily="34" charset="0"/>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14A382-1285-DE0D-C83C-5A7393B95398}"/>
              </a:ext>
            </a:extLst>
          </p:cNvPr>
          <p:cNvSpPr/>
          <p:nvPr userDrawn="1"/>
        </p:nvSpPr>
        <p:spPr>
          <a:xfrm>
            <a:off x="0" y="6230272"/>
            <a:ext cx="12192000" cy="662639"/>
          </a:xfrm>
          <a:prstGeom prst="rect">
            <a:avLst/>
          </a:prstGeom>
          <a:solidFill>
            <a:srgbClr val="0B52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B9D73899-AF30-6E9E-5351-13179F1AEA8A}"/>
              </a:ext>
            </a:extLst>
          </p:cNvPr>
          <p:cNvSpPr>
            <a:spLocks noGrp="1"/>
          </p:cNvSpPr>
          <p:nvPr>
            <p:ph type="title"/>
          </p:nvPr>
        </p:nvSpPr>
        <p:spPr>
          <a:xfrm>
            <a:off x="838200" y="392306"/>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BA8ACBFB-8C08-AD8A-677B-C38966484A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EA33E411-D649-0ECE-2329-E3B1D7A41C4B}"/>
              </a:ext>
            </a:extLst>
          </p:cNvPr>
          <p:cNvSpPr>
            <a:spLocks noGrp="1"/>
          </p:cNvSpPr>
          <p:nvPr>
            <p:ph type="ftr" sz="quarter" idx="3"/>
          </p:nvPr>
        </p:nvSpPr>
        <p:spPr>
          <a:xfrm>
            <a:off x="4038600" y="6475413"/>
            <a:ext cx="4114800" cy="365125"/>
          </a:xfrm>
          <a:prstGeom prst="rect">
            <a:avLst/>
          </a:prstGeom>
        </p:spPr>
        <p:txBody>
          <a:bodyPr vert="horz" lIns="91440" tIns="45720" rIns="91440" bIns="45720" rtlCol="0" anchor="b"/>
          <a:lstStyle>
            <a:lvl1pPr algn="ctr">
              <a:defRPr sz="1200" b="0">
                <a:solidFill>
                  <a:schemeClr val="bg1"/>
                </a:solidFill>
              </a:defRPr>
            </a:lvl1pPr>
          </a:lstStyle>
          <a:p>
            <a:r>
              <a:rPr lang="en-US" dirty="0"/>
              <a:t>Confidential – Do Not Distribute</a:t>
            </a:r>
          </a:p>
        </p:txBody>
      </p:sp>
      <p:sp>
        <p:nvSpPr>
          <p:cNvPr id="6" name="Slide Number Placeholder 5">
            <a:extLst>
              <a:ext uri="{FF2B5EF4-FFF2-40B4-BE49-F238E27FC236}">
                <a16:creationId xmlns:a16="http://schemas.microsoft.com/office/drawing/2014/main" id="{AA751C88-53B8-46EF-274A-B094601FEEAB}"/>
              </a:ext>
            </a:extLst>
          </p:cNvPr>
          <p:cNvSpPr>
            <a:spLocks noGrp="1"/>
          </p:cNvSpPr>
          <p:nvPr>
            <p:ph type="sldNum" sz="quarter" idx="4"/>
          </p:nvPr>
        </p:nvSpPr>
        <p:spPr>
          <a:xfrm>
            <a:off x="8829152" y="6480432"/>
            <a:ext cx="2743200" cy="365125"/>
          </a:xfrm>
          <a:prstGeom prst="rect">
            <a:avLst/>
          </a:prstGeom>
        </p:spPr>
        <p:txBody>
          <a:bodyPr vert="horz" lIns="91440" tIns="45720" rIns="91440" bIns="45720" rtlCol="0" anchor="ctr"/>
          <a:lstStyle>
            <a:lvl1pPr algn="r">
              <a:defRPr sz="1200">
                <a:solidFill>
                  <a:schemeClr val="bg1"/>
                </a:solidFill>
              </a:defRPr>
            </a:lvl1pPr>
          </a:lstStyle>
          <a:p>
            <a:fld id="{FA1B4D35-D017-4806-BAD3-E7FA12AE0845}" type="slidenum">
              <a:rPr lang="en-US" smtClean="0"/>
              <a:pPr/>
              <a:t>‹#›</a:t>
            </a:fld>
            <a:endParaRPr lang="en-US" dirty="0"/>
          </a:p>
        </p:txBody>
      </p:sp>
      <p:sp>
        <p:nvSpPr>
          <p:cNvPr id="21" name="Date Placeholder 20">
            <a:extLst>
              <a:ext uri="{FF2B5EF4-FFF2-40B4-BE49-F238E27FC236}">
                <a16:creationId xmlns:a16="http://schemas.microsoft.com/office/drawing/2014/main" id="{9D57DCAB-42F4-27A5-EEA1-C5BD149CD4A0}"/>
              </a:ext>
            </a:extLst>
          </p:cNvPr>
          <p:cNvSpPr>
            <a:spLocks noGrp="1"/>
          </p:cNvSpPr>
          <p:nvPr>
            <p:ph type="dt" sz="half" idx="2"/>
          </p:nvPr>
        </p:nvSpPr>
        <p:spPr>
          <a:xfrm>
            <a:off x="619648" y="6462725"/>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AB9279-3E1D-4F40-8667-5A60DFA63F40}" type="datetimeFigureOut">
              <a:rPr lang="en-US" smtClean="0"/>
              <a:t>6/10/2025</a:t>
            </a:fld>
            <a:endParaRPr lang="en-US" dirty="0"/>
          </a:p>
        </p:txBody>
      </p:sp>
      <p:cxnSp>
        <p:nvCxnSpPr>
          <p:cNvPr id="4" name="Straight Connector 3">
            <a:extLst>
              <a:ext uri="{FF2B5EF4-FFF2-40B4-BE49-F238E27FC236}">
                <a16:creationId xmlns:a16="http://schemas.microsoft.com/office/drawing/2014/main" id="{94C539B6-2A9D-8DB1-3F7D-FFDEFA2A877D}"/>
              </a:ext>
            </a:extLst>
          </p:cNvPr>
          <p:cNvCxnSpPr>
            <a:cxnSpLocks/>
          </p:cNvCxnSpPr>
          <p:nvPr userDrawn="1"/>
        </p:nvCxnSpPr>
        <p:spPr>
          <a:xfrm>
            <a:off x="619648" y="6445783"/>
            <a:ext cx="1095270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Picture 7" descr="A white text on a black background&#10;&#10;Description automatically generated">
            <a:extLst>
              <a:ext uri="{FF2B5EF4-FFF2-40B4-BE49-F238E27FC236}">
                <a16:creationId xmlns:a16="http://schemas.microsoft.com/office/drawing/2014/main" id="{5AABD03E-3AF0-E054-7E1E-050BF8065C69}"/>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619648" y="6462725"/>
            <a:ext cx="1572157" cy="430187"/>
          </a:xfrm>
          <a:prstGeom prst="rect">
            <a:avLst/>
          </a:prstGeom>
        </p:spPr>
      </p:pic>
      <p:pic>
        <p:nvPicPr>
          <p:cNvPr id="9" name="Picture 8" descr="A white circle with a dna strand in it&#10;&#10;Description automatically generated">
            <a:extLst>
              <a:ext uri="{FF2B5EF4-FFF2-40B4-BE49-F238E27FC236}">
                <a16:creationId xmlns:a16="http://schemas.microsoft.com/office/drawing/2014/main" id="{A6D58DE0-6C47-C27B-30A3-237D1C65293E}"/>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10431940" y="6114493"/>
            <a:ext cx="1693004" cy="1148997"/>
          </a:xfrm>
          <a:prstGeom prst="rect">
            <a:avLst/>
          </a:prstGeom>
        </p:spPr>
      </p:pic>
    </p:spTree>
    <p:extLst>
      <p:ext uri="{BB962C8B-B14F-4D97-AF65-F5344CB8AC3E}">
        <p14:creationId xmlns:p14="http://schemas.microsoft.com/office/powerpoint/2010/main" val="4020760251"/>
      </p:ext>
    </p:extLst>
  </p:cSld>
  <p:clrMap bg1="lt1" tx1="dk1" bg2="lt2" tx2="dk2" accent1="accent1" accent2="accent2" accent3="accent3" accent4="accent4" accent5="accent5" accent6="accent6" hlink="hlink" folHlink="folHlink"/>
  <p:sldLayoutIdLst>
    <p:sldLayoutId id="2147483693" r:id="rId1"/>
    <p:sldLayoutId id="2147483683" r:id="rId2"/>
    <p:sldLayoutId id="2147483684" r:id="rId3"/>
    <p:sldLayoutId id="2147483685" r:id="rId4"/>
    <p:sldLayoutId id="2147483686" r:id="rId5"/>
    <p:sldLayoutId id="2147483689" r:id="rId6"/>
    <p:sldLayoutId id="2147483697" r:id="rId7"/>
    <p:sldLayoutId id="2147483694" r:id="rId8"/>
    <p:sldLayoutId id="2147483688" r:id="rId9"/>
  </p:sldLayoutIdLst>
  <p:hf hdr="0" dt="0"/>
  <p:txStyles>
    <p:titleStyle>
      <a:lvl1pPr algn="l" defTabSz="914400" rtl="0" eaLnBrk="1" latinLnBrk="0" hangingPunct="1">
        <a:lnSpc>
          <a:spcPct val="90000"/>
        </a:lnSpc>
        <a:spcBef>
          <a:spcPct val="0"/>
        </a:spcBef>
        <a:buNone/>
        <a:defRPr sz="4800" b="1" kern="1200">
          <a:solidFill>
            <a:srgbClr val="6C6E70"/>
          </a:solidFill>
          <a:latin typeface="+mj-lt"/>
          <a:ea typeface="+mj-ea"/>
          <a:cs typeface="+mj-cs"/>
        </a:defRPr>
      </a:lvl1pPr>
    </p:titleStyle>
    <p:bodyStyle>
      <a:lvl1pPr marL="457200" indent="-457200" algn="l" defTabSz="914400" rtl="0" eaLnBrk="1" latinLnBrk="0" hangingPunct="1">
        <a:lnSpc>
          <a:spcPct val="90000"/>
        </a:lnSpc>
        <a:spcBef>
          <a:spcPts val="1000"/>
        </a:spcBef>
        <a:buClr>
          <a:srgbClr val="0B5293"/>
        </a:buClr>
        <a:buSzPct val="100000"/>
        <a:buFont typeface="Arial" panose="020B0604020202020204" pitchFamily="34" charset="0"/>
        <a:buChar char="•"/>
        <a:defRPr sz="2800" kern="1200">
          <a:solidFill>
            <a:schemeClr val="tx1"/>
          </a:solidFill>
          <a:latin typeface="+mn-lt"/>
          <a:ea typeface="+mn-ea"/>
          <a:cs typeface="+mn-cs"/>
        </a:defRPr>
      </a:lvl1pPr>
      <a:lvl2pPr marL="800100" indent="-342900" algn="l" defTabSz="914400" rtl="0" eaLnBrk="1" latinLnBrk="0" hangingPunct="1">
        <a:lnSpc>
          <a:spcPct val="90000"/>
        </a:lnSpc>
        <a:spcBef>
          <a:spcPts val="500"/>
        </a:spcBef>
        <a:buClr>
          <a:srgbClr val="0B5293"/>
        </a:buClr>
        <a:buFont typeface="Arial" panose="020B0604020202020204" pitchFamily="34" charset="0"/>
        <a:buChar char="•"/>
        <a:defRPr sz="2400" kern="1200">
          <a:solidFill>
            <a:schemeClr val="tx1"/>
          </a:solidFill>
          <a:latin typeface="+mn-lt"/>
          <a:ea typeface="+mn-ea"/>
          <a:cs typeface="+mn-cs"/>
        </a:defRPr>
      </a:lvl2pPr>
      <a:lvl3pPr marL="1257300" indent="-342900" algn="l" defTabSz="914400" rtl="0" eaLnBrk="1" latinLnBrk="0" hangingPunct="1">
        <a:lnSpc>
          <a:spcPct val="90000"/>
        </a:lnSpc>
        <a:spcBef>
          <a:spcPts val="500"/>
        </a:spcBef>
        <a:buClr>
          <a:srgbClr val="0B5293"/>
        </a:buClr>
        <a:buFont typeface="Arial" panose="020B0604020202020204" pitchFamily="34" charset="0"/>
        <a:buChar char="•"/>
        <a:defRPr sz="20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Clr>
          <a:srgbClr val="0B5293"/>
        </a:buClr>
        <a:buFont typeface="Arial" panose="020B0604020202020204" pitchFamily="34" charset="0"/>
        <a:buChar char="•"/>
        <a:defRPr sz="1600" kern="1200">
          <a:solidFill>
            <a:schemeClr val="tx1"/>
          </a:solidFill>
          <a:latin typeface="+mn-lt"/>
          <a:ea typeface="+mn-ea"/>
          <a:cs typeface="+mn-cs"/>
        </a:defRPr>
      </a:lvl4pPr>
      <a:lvl5pPr marL="2000250" indent="-171450" algn="l" defTabSz="914400" rtl="0" eaLnBrk="1" latinLnBrk="0" hangingPunct="1">
        <a:lnSpc>
          <a:spcPct val="90000"/>
        </a:lnSpc>
        <a:spcBef>
          <a:spcPts val="500"/>
        </a:spcBef>
        <a:buClr>
          <a:srgbClr val="0B5293"/>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92592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0B055-9688-2C23-0233-7D9ACEE1BD93}"/>
              </a:ext>
            </a:extLst>
          </p:cNvPr>
          <p:cNvSpPr>
            <a:spLocks noGrp="1"/>
          </p:cNvSpPr>
          <p:nvPr>
            <p:ph type="title"/>
          </p:nvPr>
        </p:nvSpPr>
        <p:spPr>
          <a:xfrm>
            <a:off x="1291477" y="2615751"/>
            <a:ext cx="10515600" cy="1325563"/>
          </a:xfrm>
        </p:spPr>
        <p:txBody>
          <a:bodyPr>
            <a:normAutofit fontScale="90000"/>
          </a:bodyPr>
          <a:lstStyle/>
          <a:p>
            <a:pPr algn="ctr"/>
            <a:r>
              <a:rPr lang="en-US" sz="8000" dirty="0"/>
              <a:t>Spot Bonus</a:t>
            </a:r>
            <a:br>
              <a:rPr lang="en-US" dirty="0"/>
            </a:br>
            <a:r>
              <a:rPr lang="en-US" sz="4000" dirty="0"/>
              <a:t>Program overview</a:t>
            </a:r>
            <a:endParaRPr lang="en-US" dirty="0"/>
          </a:p>
        </p:txBody>
      </p:sp>
      <p:pic>
        <p:nvPicPr>
          <p:cNvPr id="5" name="Graphic 4" descr="Award ribbon with star">
            <a:extLst>
              <a:ext uri="{FF2B5EF4-FFF2-40B4-BE49-F238E27FC236}">
                <a16:creationId xmlns:a16="http://schemas.microsoft.com/office/drawing/2014/main" id="{21364CBE-4C5C-916A-1CE5-73B1F644DA6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29261" y="1592491"/>
            <a:ext cx="3108129" cy="3108129"/>
          </a:xfrm>
          <a:prstGeom prst="rect">
            <a:avLst/>
          </a:prstGeom>
        </p:spPr>
      </p:pic>
      <p:pic>
        <p:nvPicPr>
          <p:cNvPr id="7" name="Picture 6" descr="A person and person standing next to a medal&#10;&#10;AI-generated content may be incorrect.">
            <a:extLst>
              <a:ext uri="{FF2B5EF4-FFF2-40B4-BE49-F238E27FC236}">
                <a16:creationId xmlns:a16="http://schemas.microsoft.com/office/drawing/2014/main" id="{7B85669C-1000-7EB5-6FFD-9B17256C29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16478" y="148884"/>
            <a:ext cx="3813147" cy="214012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37407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41F7259-6A54-F20A-2A29-09FD758A183A}"/>
              </a:ext>
            </a:extLst>
          </p:cNvPr>
          <p:cNvSpPr>
            <a:spLocks noGrp="1"/>
          </p:cNvSpPr>
          <p:nvPr>
            <p:ph type="ftr" sz="quarter" idx="10"/>
          </p:nvPr>
        </p:nvSpPr>
        <p:spPr/>
        <p:txBody>
          <a:bodyPr/>
          <a:lstStyle/>
          <a:p>
            <a:r>
              <a:rPr lang="en-US"/>
              <a:t>Confidential – Do Not Distribute</a:t>
            </a:r>
            <a:endParaRPr lang="en-US" dirty="0"/>
          </a:p>
        </p:txBody>
      </p:sp>
      <p:sp>
        <p:nvSpPr>
          <p:cNvPr id="3" name="Slide Number Placeholder 2">
            <a:extLst>
              <a:ext uri="{FF2B5EF4-FFF2-40B4-BE49-F238E27FC236}">
                <a16:creationId xmlns:a16="http://schemas.microsoft.com/office/drawing/2014/main" id="{7F9F831C-0076-98B6-E1A5-90A82A903404}"/>
              </a:ext>
            </a:extLst>
          </p:cNvPr>
          <p:cNvSpPr>
            <a:spLocks noGrp="1"/>
          </p:cNvSpPr>
          <p:nvPr>
            <p:ph type="sldNum" sz="quarter" idx="11"/>
          </p:nvPr>
        </p:nvSpPr>
        <p:spPr/>
        <p:txBody>
          <a:bodyPr/>
          <a:lstStyle/>
          <a:p>
            <a:fld id="{FA1B4D35-D017-4806-BAD3-E7FA12AE0845}" type="slidenum">
              <a:rPr lang="en-US" smtClean="0"/>
              <a:pPr/>
              <a:t>3</a:t>
            </a:fld>
            <a:endParaRPr lang="en-US" dirty="0"/>
          </a:p>
        </p:txBody>
      </p:sp>
      <p:sp>
        <p:nvSpPr>
          <p:cNvPr id="4" name="Title 3">
            <a:extLst>
              <a:ext uri="{FF2B5EF4-FFF2-40B4-BE49-F238E27FC236}">
                <a16:creationId xmlns:a16="http://schemas.microsoft.com/office/drawing/2014/main" id="{AF5A6776-A30C-4E43-9898-F5EFC8E12E88}"/>
              </a:ext>
            </a:extLst>
          </p:cNvPr>
          <p:cNvSpPr>
            <a:spLocks noGrp="1"/>
          </p:cNvSpPr>
          <p:nvPr>
            <p:ph type="title"/>
          </p:nvPr>
        </p:nvSpPr>
        <p:spPr/>
        <p:txBody>
          <a:bodyPr>
            <a:normAutofit/>
          </a:bodyPr>
          <a:lstStyle/>
          <a:p>
            <a:r>
              <a:rPr lang="en-US" sz="6000" dirty="0"/>
              <a:t>Agenda</a:t>
            </a:r>
          </a:p>
        </p:txBody>
      </p:sp>
      <p:sp>
        <p:nvSpPr>
          <p:cNvPr id="5" name="Content Placeholder 4">
            <a:extLst>
              <a:ext uri="{FF2B5EF4-FFF2-40B4-BE49-F238E27FC236}">
                <a16:creationId xmlns:a16="http://schemas.microsoft.com/office/drawing/2014/main" id="{FB9C6C08-D9B3-4696-2AA7-C2AA53D26152}"/>
              </a:ext>
            </a:extLst>
          </p:cNvPr>
          <p:cNvSpPr>
            <a:spLocks noGrp="1"/>
          </p:cNvSpPr>
          <p:nvPr>
            <p:ph idx="1"/>
          </p:nvPr>
        </p:nvSpPr>
        <p:spPr/>
        <p:txBody>
          <a:bodyPr/>
          <a:lstStyle/>
          <a:p>
            <a:endParaRPr lang="en-US" dirty="0"/>
          </a:p>
          <a:p>
            <a:r>
              <a:rPr lang="en-US" dirty="0"/>
              <a:t>What is a Spot Bonus?</a:t>
            </a:r>
          </a:p>
          <a:p>
            <a:endParaRPr lang="en-US" dirty="0"/>
          </a:p>
          <a:p>
            <a:r>
              <a:rPr lang="en-US" dirty="0"/>
              <a:t>Why is this happening?</a:t>
            </a:r>
          </a:p>
          <a:p>
            <a:endParaRPr lang="en-US" dirty="0"/>
          </a:p>
          <a:p>
            <a:r>
              <a:rPr lang="en-US" dirty="0"/>
              <a:t>Who is eligible?</a:t>
            </a:r>
          </a:p>
          <a:p>
            <a:endParaRPr lang="en-US" dirty="0"/>
          </a:p>
          <a:p>
            <a:r>
              <a:rPr lang="en-US" dirty="0"/>
              <a:t>How does this thing work?</a:t>
            </a:r>
          </a:p>
        </p:txBody>
      </p:sp>
      <p:pic>
        <p:nvPicPr>
          <p:cNvPr id="6" name="Picture 5" descr="A person throwing a dart into a target&#10;&#10;AI-generated content may be incorrect.">
            <a:extLst>
              <a:ext uri="{FF2B5EF4-FFF2-40B4-BE49-F238E27FC236}">
                <a16:creationId xmlns:a16="http://schemas.microsoft.com/office/drawing/2014/main" id="{DFA5EAB4-6AB4-D810-4662-92FB3D7B2157}"/>
              </a:ext>
            </a:extLst>
          </p:cNvPr>
          <p:cNvPicPr>
            <a:picLocks noChangeAspect="1"/>
          </p:cNvPicPr>
          <p:nvPr/>
        </p:nvPicPr>
        <p:blipFill>
          <a:blip r:embed="rId2"/>
          <a:stretch>
            <a:fillRect/>
          </a:stretch>
        </p:blipFill>
        <p:spPr>
          <a:xfrm>
            <a:off x="7072054" y="2272461"/>
            <a:ext cx="4281746" cy="3457665"/>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427864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C28CB-D782-63AF-0CBC-E06FE0DAF0DA}"/>
              </a:ext>
            </a:extLst>
          </p:cNvPr>
          <p:cNvSpPr>
            <a:spLocks noGrp="1"/>
          </p:cNvSpPr>
          <p:nvPr>
            <p:ph type="title"/>
          </p:nvPr>
        </p:nvSpPr>
        <p:spPr>
          <a:xfrm>
            <a:off x="1087170" y="2114401"/>
            <a:ext cx="7772400" cy="3788458"/>
          </a:xfrm>
        </p:spPr>
        <p:txBody>
          <a:bodyPr>
            <a:normAutofit fontScale="90000"/>
          </a:bodyPr>
          <a:lstStyle/>
          <a:p>
            <a:r>
              <a:rPr lang="en-US" dirty="0">
                <a:latin typeface="Bahnschrift SemiBold Condensed" panose="020B0502040204020203" pitchFamily="34" charset="0"/>
              </a:rPr>
              <a:t>A spot bonus is a spontaneous reward to recognize employees for exceptional performance, achievement and/or contributions that go above and beyond normal job responsibilities.</a:t>
            </a:r>
            <a:br>
              <a:rPr lang="en-US" dirty="0"/>
            </a:br>
            <a:br>
              <a:rPr lang="en-US" dirty="0"/>
            </a:br>
            <a:endParaRPr lang="en-US" dirty="0"/>
          </a:p>
        </p:txBody>
      </p:sp>
      <p:sp>
        <p:nvSpPr>
          <p:cNvPr id="3" name="Footer Placeholder 2">
            <a:extLst>
              <a:ext uri="{FF2B5EF4-FFF2-40B4-BE49-F238E27FC236}">
                <a16:creationId xmlns:a16="http://schemas.microsoft.com/office/drawing/2014/main" id="{97589ABF-5B4B-644C-9284-777EBA944A14}"/>
              </a:ext>
            </a:extLst>
          </p:cNvPr>
          <p:cNvSpPr>
            <a:spLocks noGrp="1"/>
          </p:cNvSpPr>
          <p:nvPr>
            <p:ph type="ftr" sz="quarter" idx="10"/>
          </p:nvPr>
        </p:nvSpPr>
        <p:spPr/>
        <p:txBody>
          <a:bodyPr/>
          <a:lstStyle/>
          <a:p>
            <a:r>
              <a:rPr lang="en-US"/>
              <a:t>Confidential – Do Not Distribute</a:t>
            </a:r>
            <a:endParaRPr lang="en-US" dirty="0"/>
          </a:p>
        </p:txBody>
      </p:sp>
      <p:sp>
        <p:nvSpPr>
          <p:cNvPr id="4" name="Scroll: Horizontal 3">
            <a:extLst>
              <a:ext uri="{FF2B5EF4-FFF2-40B4-BE49-F238E27FC236}">
                <a16:creationId xmlns:a16="http://schemas.microsoft.com/office/drawing/2014/main" id="{DFAA656E-15C9-68D9-18A4-0D283961DB84}"/>
              </a:ext>
            </a:extLst>
          </p:cNvPr>
          <p:cNvSpPr/>
          <p:nvPr/>
        </p:nvSpPr>
        <p:spPr>
          <a:xfrm>
            <a:off x="1087170" y="285184"/>
            <a:ext cx="2978591" cy="1339913"/>
          </a:xfrm>
          <a:prstGeom prst="horizontalScroll">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sz="4000" b="1" dirty="0"/>
              <a:t>What?</a:t>
            </a:r>
          </a:p>
        </p:txBody>
      </p:sp>
    </p:spTree>
    <p:extLst>
      <p:ext uri="{BB962C8B-B14F-4D97-AF65-F5344CB8AC3E}">
        <p14:creationId xmlns:p14="http://schemas.microsoft.com/office/powerpoint/2010/main" val="1871166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A078B82-28F2-C9BD-7ADD-3AFAFA9CF1E0}"/>
              </a:ext>
            </a:extLst>
          </p:cNvPr>
          <p:cNvSpPr>
            <a:spLocks noGrp="1"/>
          </p:cNvSpPr>
          <p:nvPr>
            <p:ph type="ftr" sz="quarter" idx="10"/>
          </p:nvPr>
        </p:nvSpPr>
        <p:spPr>
          <a:xfrm>
            <a:off x="4038600" y="6475413"/>
            <a:ext cx="4114800" cy="365125"/>
          </a:xfrm>
        </p:spPr>
        <p:txBody>
          <a:bodyPr vert="horz" lIns="91440" tIns="45720" rIns="91440" bIns="45720" rtlCol="0" anchor="b">
            <a:normAutofit/>
          </a:bodyPr>
          <a:lstStyle/>
          <a:p>
            <a:pPr>
              <a:spcAft>
                <a:spcPts val="600"/>
              </a:spcAft>
            </a:pPr>
            <a:r>
              <a:rPr lang="en-US" b="0" kern="1200">
                <a:latin typeface="+mn-lt"/>
                <a:ea typeface="+mn-ea"/>
                <a:cs typeface="+mn-cs"/>
              </a:rPr>
              <a:t>Confidential – Do Not Distribute</a:t>
            </a:r>
          </a:p>
        </p:txBody>
      </p:sp>
      <p:sp>
        <p:nvSpPr>
          <p:cNvPr id="3" name="Slide Number Placeholder 2">
            <a:extLst>
              <a:ext uri="{FF2B5EF4-FFF2-40B4-BE49-F238E27FC236}">
                <a16:creationId xmlns:a16="http://schemas.microsoft.com/office/drawing/2014/main" id="{8BC36B06-2640-E128-1DCE-4971BCDFDBCC}"/>
              </a:ext>
            </a:extLst>
          </p:cNvPr>
          <p:cNvSpPr>
            <a:spLocks noGrp="1"/>
          </p:cNvSpPr>
          <p:nvPr>
            <p:ph type="sldNum" sz="quarter" idx="11"/>
          </p:nvPr>
        </p:nvSpPr>
        <p:spPr>
          <a:xfrm>
            <a:off x="8829152" y="6480432"/>
            <a:ext cx="2743200" cy="365125"/>
          </a:xfrm>
        </p:spPr>
        <p:txBody>
          <a:bodyPr vert="horz" lIns="91440" tIns="45720" rIns="91440" bIns="45720" rtlCol="0" anchor="ctr">
            <a:normAutofit/>
          </a:bodyPr>
          <a:lstStyle/>
          <a:p>
            <a:pPr>
              <a:spcAft>
                <a:spcPts val="600"/>
              </a:spcAft>
            </a:pPr>
            <a:fld id="{FA1B4D35-D017-4806-BAD3-E7FA12AE0845}" type="slidenum">
              <a:rPr lang="en-US" smtClean="0"/>
              <a:pPr>
                <a:spcAft>
                  <a:spcPts val="600"/>
                </a:spcAft>
              </a:pPr>
              <a:t>5</a:t>
            </a:fld>
            <a:endParaRPr lang="en-US"/>
          </a:p>
        </p:txBody>
      </p:sp>
      <p:sp>
        <p:nvSpPr>
          <p:cNvPr id="4" name="Content Placeholder 3">
            <a:extLst>
              <a:ext uri="{FF2B5EF4-FFF2-40B4-BE49-F238E27FC236}">
                <a16:creationId xmlns:a16="http://schemas.microsoft.com/office/drawing/2014/main" id="{35F1CEEB-CD2E-DF2B-A327-39CCC69E2D24}"/>
              </a:ext>
            </a:extLst>
          </p:cNvPr>
          <p:cNvSpPr>
            <a:spLocks noGrp="1"/>
          </p:cNvSpPr>
          <p:nvPr>
            <p:ph idx="1"/>
          </p:nvPr>
        </p:nvSpPr>
        <p:spPr>
          <a:xfrm>
            <a:off x="838200" y="1624835"/>
            <a:ext cx="5059680" cy="4465070"/>
          </a:xfrm>
        </p:spPr>
        <p:txBody>
          <a:bodyPr vert="horz" lIns="91440" tIns="45720" rIns="91440" bIns="45720" rtlCol="0">
            <a:normAutofit/>
          </a:bodyPr>
          <a:lstStyle/>
          <a:p>
            <a:pPr>
              <a:buClr>
                <a:srgbClr val="92D050"/>
              </a:buClr>
              <a:buFont typeface="Wingdings" panose="05000000000000000000" pitchFamily="2" charset="2"/>
              <a:buChar char="v"/>
            </a:pPr>
            <a:r>
              <a:rPr lang="en-US" sz="1500" dirty="0"/>
              <a:t>Recognizing excellence – it isn’t about doing your job well— it's about going </a:t>
            </a:r>
            <a:r>
              <a:rPr lang="en-US" sz="1500" b="1" dirty="0"/>
              <a:t>above-and-beyond </a:t>
            </a:r>
            <a:r>
              <a:rPr lang="en-US" sz="1500" dirty="0"/>
              <a:t>that makes a noticeable difference!</a:t>
            </a:r>
          </a:p>
          <a:p>
            <a:pPr>
              <a:buFont typeface="Wingdings" panose="05000000000000000000" pitchFamily="2" charset="2"/>
              <a:buChar char="v"/>
            </a:pPr>
            <a:endParaRPr lang="en-US" sz="1500" dirty="0"/>
          </a:p>
          <a:p>
            <a:pPr>
              <a:buClr>
                <a:srgbClr val="92D050"/>
              </a:buClr>
              <a:buFont typeface="Wingdings" panose="05000000000000000000" pitchFamily="2" charset="2"/>
              <a:buChar char="v"/>
            </a:pPr>
            <a:r>
              <a:rPr lang="en-US" sz="1500" dirty="0"/>
              <a:t>Boost motivation and engagement – Knowing that </a:t>
            </a:r>
            <a:r>
              <a:rPr lang="en-US" sz="1500" b="1" dirty="0"/>
              <a:t>hard work is noticed and rewarded</a:t>
            </a:r>
            <a:r>
              <a:rPr lang="en-US" sz="1500" dirty="0"/>
              <a:t> motivates employees to keep striving for excellence.</a:t>
            </a:r>
          </a:p>
          <a:p>
            <a:pPr>
              <a:buFont typeface="Wingdings" panose="05000000000000000000" pitchFamily="2" charset="2"/>
              <a:buChar char="v"/>
            </a:pPr>
            <a:endParaRPr lang="en-US" sz="1500" dirty="0"/>
          </a:p>
          <a:p>
            <a:pPr>
              <a:buClr>
                <a:srgbClr val="92D050"/>
              </a:buClr>
              <a:buFont typeface="Wingdings" panose="05000000000000000000" pitchFamily="2" charset="2"/>
              <a:buChar char="v"/>
            </a:pPr>
            <a:r>
              <a:rPr lang="en-US" sz="1500" dirty="0"/>
              <a:t>Promotes teamwork &amp; a positive work environment – Great teams aren’t built on individual success alone—</a:t>
            </a:r>
            <a:r>
              <a:rPr lang="en-US" sz="1500" b="1" dirty="0"/>
              <a:t>top performers help others succeed</a:t>
            </a:r>
            <a:r>
              <a:rPr lang="en-US" sz="1500" dirty="0"/>
              <a:t>, and Spot Bonuses acknowledge that.</a:t>
            </a:r>
          </a:p>
          <a:p>
            <a:pPr>
              <a:buFont typeface="Wingdings" panose="05000000000000000000" pitchFamily="2" charset="2"/>
              <a:buChar char="v"/>
            </a:pPr>
            <a:endParaRPr lang="en-US" sz="1500" dirty="0"/>
          </a:p>
          <a:p>
            <a:pPr>
              <a:buClr>
                <a:srgbClr val="92D050"/>
              </a:buClr>
              <a:buFont typeface="Wingdings" panose="05000000000000000000" pitchFamily="2" charset="2"/>
              <a:buChar char="v"/>
            </a:pPr>
            <a:r>
              <a:rPr lang="en-US" sz="1500" dirty="0"/>
              <a:t>Improve workflow – Incentivizes innovation and efficiency</a:t>
            </a:r>
          </a:p>
          <a:p>
            <a:endParaRPr lang="en-US" sz="1500" dirty="0"/>
          </a:p>
        </p:txBody>
      </p:sp>
      <p:pic>
        <p:nvPicPr>
          <p:cNvPr id="7" name="Picture 6">
            <a:extLst>
              <a:ext uri="{FF2B5EF4-FFF2-40B4-BE49-F238E27FC236}">
                <a16:creationId xmlns:a16="http://schemas.microsoft.com/office/drawing/2014/main" id="{E3706E8A-EDAE-9E25-1501-0C3C3DA7A483}"/>
              </a:ext>
            </a:extLst>
          </p:cNvPr>
          <p:cNvPicPr>
            <a:picLocks noChangeAspect="1"/>
          </p:cNvPicPr>
          <p:nvPr/>
        </p:nvPicPr>
        <p:blipFill>
          <a:blip r:embed="rId2"/>
          <a:stretch>
            <a:fillRect/>
          </a:stretch>
        </p:blipFill>
        <p:spPr>
          <a:xfrm>
            <a:off x="6494017" y="1831489"/>
            <a:ext cx="5068824" cy="4055059"/>
          </a:xfrm>
          <a:prstGeom prst="rect">
            <a:avLst/>
          </a:prstGeom>
          <a:noFill/>
        </p:spPr>
      </p:pic>
      <p:sp>
        <p:nvSpPr>
          <p:cNvPr id="6" name="Speech Bubble: Rectangle 5">
            <a:extLst>
              <a:ext uri="{FF2B5EF4-FFF2-40B4-BE49-F238E27FC236}">
                <a16:creationId xmlns:a16="http://schemas.microsoft.com/office/drawing/2014/main" id="{F74A7A09-1D32-D56A-E3CE-9A711CD9ACA0}"/>
              </a:ext>
            </a:extLst>
          </p:cNvPr>
          <p:cNvSpPr/>
          <p:nvPr/>
        </p:nvSpPr>
        <p:spPr>
          <a:xfrm>
            <a:off x="628859" y="331676"/>
            <a:ext cx="10515600" cy="994708"/>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a:lnSpc>
                <a:spcPct val="90000"/>
              </a:lnSpc>
              <a:spcBef>
                <a:spcPct val="0"/>
              </a:spcBef>
              <a:spcAft>
                <a:spcPts val="600"/>
              </a:spcAft>
            </a:pPr>
            <a:r>
              <a:rPr kumimoji="0" lang="en-US" sz="4400" b="1" i="0" u="none" strike="noStrike" kern="1200" cap="none" spc="0" normalizeH="0" baseline="0" noProof="0">
                <a:ln>
                  <a:noFill/>
                </a:ln>
                <a:solidFill>
                  <a:schemeClr val="bg1"/>
                </a:solidFill>
                <a:effectLst/>
                <a:uLnTx/>
                <a:uFillTx/>
                <a:latin typeface="+mj-lt"/>
                <a:ea typeface="+mj-ea"/>
                <a:cs typeface="+mj-cs"/>
              </a:rPr>
              <a:t>Why?</a:t>
            </a:r>
            <a:endParaRPr lang="en-US" sz="4400" b="1" kern="1200">
              <a:solidFill>
                <a:schemeClr val="bg1"/>
              </a:solidFill>
              <a:latin typeface="+mj-lt"/>
              <a:ea typeface="+mj-ea"/>
              <a:cs typeface="+mj-cs"/>
            </a:endParaRPr>
          </a:p>
        </p:txBody>
      </p:sp>
    </p:spTree>
    <p:extLst>
      <p:ext uri="{BB962C8B-B14F-4D97-AF65-F5344CB8AC3E}">
        <p14:creationId xmlns:p14="http://schemas.microsoft.com/office/powerpoint/2010/main" val="1061752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1867BA1-8F15-5429-9607-9940CE57AEAC}"/>
              </a:ext>
            </a:extLst>
          </p:cNvPr>
          <p:cNvSpPr>
            <a:spLocks noGrp="1"/>
          </p:cNvSpPr>
          <p:nvPr>
            <p:ph type="ftr" sz="quarter" idx="10"/>
          </p:nvPr>
        </p:nvSpPr>
        <p:spPr>
          <a:xfrm>
            <a:off x="4038600" y="6475413"/>
            <a:ext cx="4114800" cy="365125"/>
          </a:xfrm>
        </p:spPr>
        <p:txBody>
          <a:bodyPr anchor="b">
            <a:normAutofit/>
          </a:bodyPr>
          <a:lstStyle/>
          <a:p>
            <a:pPr>
              <a:spcAft>
                <a:spcPts val="600"/>
              </a:spcAft>
            </a:pPr>
            <a:r>
              <a:rPr lang="en-US"/>
              <a:t>Confidential – Do Not Distribute</a:t>
            </a:r>
          </a:p>
        </p:txBody>
      </p:sp>
      <p:sp>
        <p:nvSpPr>
          <p:cNvPr id="3" name="Slide Number Placeholder 2">
            <a:extLst>
              <a:ext uri="{FF2B5EF4-FFF2-40B4-BE49-F238E27FC236}">
                <a16:creationId xmlns:a16="http://schemas.microsoft.com/office/drawing/2014/main" id="{1A68EF87-A8CA-C295-9FE1-411464FD813E}"/>
              </a:ext>
            </a:extLst>
          </p:cNvPr>
          <p:cNvSpPr>
            <a:spLocks noGrp="1"/>
          </p:cNvSpPr>
          <p:nvPr>
            <p:ph type="sldNum" sz="quarter" idx="11"/>
          </p:nvPr>
        </p:nvSpPr>
        <p:spPr>
          <a:xfrm>
            <a:off x="8829152" y="6480432"/>
            <a:ext cx="2743200" cy="365125"/>
          </a:xfrm>
        </p:spPr>
        <p:txBody>
          <a:bodyPr anchor="ctr">
            <a:normAutofit/>
          </a:bodyPr>
          <a:lstStyle/>
          <a:p>
            <a:pPr>
              <a:spcAft>
                <a:spcPts val="600"/>
              </a:spcAft>
            </a:pPr>
            <a:fld id="{FA1B4D35-D017-4806-BAD3-E7FA12AE0845}" type="slidenum">
              <a:rPr lang="en-US" smtClean="0"/>
              <a:pPr>
                <a:spcAft>
                  <a:spcPts val="600"/>
                </a:spcAft>
              </a:pPr>
              <a:t>6</a:t>
            </a:fld>
            <a:endParaRPr lang="en-US"/>
          </a:p>
        </p:txBody>
      </p:sp>
      <p:pic>
        <p:nvPicPr>
          <p:cNvPr id="6" name="Picture Placeholder 27">
            <a:extLst>
              <a:ext uri="{FF2B5EF4-FFF2-40B4-BE49-F238E27FC236}">
                <a16:creationId xmlns:a16="http://schemas.microsoft.com/office/drawing/2014/main" id="{5CA13E59-312B-86F7-37FF-44A6AB76BE92}"/>
              </a:ext>
            </a:extLst>
          </p:cNvPr>
          <p:cNvPicPr>
            <a:picLocks noChangeAspect="1"/>
          </p:cNvPicPr>
          <p:nvPr/>
        </p:nvPicPr>
        <p:blipFill>
          <a:blip r:embed="rId2"/>
          <a:srcRect l="18217" r="18220" b="3"/>
          <a:stretch>
            <a:fillRect/>
          </a:stretch>
        </p:blipFill>
        <p:spPr>
          <a:xfrm>
            <a:off x="838200" y="1624835"/>
            <a:ext cx="5059680" cy="4465070"/>
          </a:xfrm>
          <a:prstGeom prst="rect">
            <a:avLst/>
          </a:prstGeom>
          <a:noFill/>
        </p:spPr>
      </p:pic>
      <p:sp>
        <p:nvSpPr>
          <p:cNvPr id="4" name="Content Placeholder 3">
            <a:extLst>
              <a:ext uri="{FF2B5EF4-FFF2-40B4-BE49-F238E27FC236}">
                <a16:creationId xmlns:a16="http://schemas.microsoft.com/office/drawing/2014/main" id="{4FADD3BC-6E00-0B38-5F85-4F7CD9A5DB14}"/>
              </a:ext>
            </a:extLst>
          </p:cNvPr>
          <p:cNvSpPr>
            <a:spLocks noGrp="1"/>
          </p:cNvSpPr>
          <p:nvPr>
            <p:ph idx="12"/>
          </p:nvPr>
        </p:nvSpPr>
        <p:spPr>
          <a:xfrm>
            <a:off x="6494017" y="1628132"/>
            <a:ext cx="5068824" cy="4461773"/>
          </a:xfrm>
        </p:spPr>
        <p:txBody>
          <a:bodyPr>
            <a:normAutofit/>
          </a:bodyPr>
          <a:lstStyle/>
          <a:p>
            <a:pPr indent="-228600">
              <a:buFont typeface="Wingdings" panose="05000000000000000000" pitchFamily="2" charset="2"/>
              <a:buChar char="q"/>
            </a:pPr>
            <a:r>
              <a:rPr lang="en-US" sz="1500" dirty="0"/>
              <a:t>Creative Problem Solving – Resolving a critical issue with a project that could have caused major delays.</a:t>
            </a:r>
          </a:p>
          <a:p>
            <a:pPr indent="-228600">
              <a:buFont typeface="Wingdings" panose="05000000000000000000" pitchFamily="2" charset="2"/>
              <a:buChar char="q"/>
            </a:pPr>
            <a:r>
              <a:rPr lang="en-US" sz="1500" dirty="0"/>
              <a:t>Going Above &amp; Beyond – Identifying and implementing process improvements (e.g., new protocols or troubleshooting techniques that benefit the entire team).</a:t>
            </a:r>
          </a:p>
          <a:p>
            <a:pPr indent="-228600">
              <a:buFont typeface="Wingdings" panose="05000000000000000000" pitchFamily="2" charset="2"/>
              <a:buChar char="q"/>
            </a:pPr>
            <a:r>
              <a:rPr lang="en-US" sz="1500" dirty="0"/>
              <a:t>Taking the Lead – Volunteering or stepping up to take on extra work where help is needed.</a:t>
            </a:r>
          </a:p>
          <a:p>
            <a:pPr indent="-228600">
              <a:buFont typeface="Wingdings" panose="05000000000000000000" pitchFamily="2" charset="2"/>
              <a:buChar char="q"/>
            </a:pPr>
            <a:r>
              <a:rPr lang="en-US" sz="1500" dirty="0"/>
              <a:t>Workflow Optimization – Enhancing efficiency and streamlining operations.</a:t>
            </a:r>
          </a:p>
          <a:p>
            <a:pPr indent="-228600">
              <a:buFont typeface="Wingdings" panose="05000000000000000000" pitchFamily="2" charset="2"/>
              <a:buChar char="q"/>
            </a:pPr>
            <a:r>
              <a:rPr lang="en-US" sz="1500" dirty="0"/>
              <a:t>Mentorship &amp; Training – Assisting in onboarding a new team member or creating resources that reduce training time.</a:t>
            </a:r>
          </a:p>
          <a:p>
            <a:endParaRPr lang="en-US" sz="1500" dirty="0"/>
          </a:p>
        </p:txBody>
      </p:sp>
      <p:sp>
        <p:nvSpPr>
          <p:cNvPr id="5" name="Title 4">
            <a:extLst>
              <a:ext uri="{FF2B5EF4-FFF2-40B4-BE49-F238E27FC236}">
                <a16:creationId xmlns:a16="http://schemas.microsoft.com/office/drawing/2014/main" id="{EDE3D8C7-18F5-F224-FC66-FD6D9252BA57}"/>
              </a:ext>
            </a:extLst>
          </p:cNvPr>
          <p:cNvSpPr>
            <a:spLocks noGrp="1"/>
          </p:cNvSpPr>
          <p:nvPr>
            <p:ph type="title"/>
          </p:nvPr>
        </p:nvSpPr>
        <p:spPr>
          <a:xfrm>
            <a:off x="628859" y="331676"/>
            <a:ext cx="10515600" cy="994708"/>
          </a:xfrm>
          <a:solidFill>
            <a:schemeClr val="accent2"/>
          </a:solidFill>
        </p:spPr>
        <p:txBody>
          <a:bodyPr anchor="ctr">
            <a:normAutofit/>
          </a:bodyPr>
          <a:lstStyle/>
          <a:p>
            <a:r>
              <a:rPr lang="en-US" dirty="0"/>
              <a:t>Eligibility Criteria</a:t>
            </a:r>
          </a:p>
        </p:txBody>
      </p:sp>
    </p:spTree>
    <p:extLst>
      <p:ext uri="{BB962C8B-B14F-4D97-AF65-F5344CB8AC3E}">
        <p14:creationId xmlns:p14="http://schemas.microsoft.com/office/powerpoint/2010/main" val="2525339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F7ADB2C-51C3-1B4F-8545-26AC7E5C549C}"/>
              </a:ext>
            </a:extLst>
          </p:cNvPr>
          <p:cNvSpPr>
            <a:spLocks noGrp="1"/>
          </p:cNvSpPr>
          <p:nvPr>
            <p:ph type="ftr" sz="quarter" idx="10"/>
          </p:nvPr>
        </p:nvSpPr>
        <p:spPr/>
        <p:txBody>
          <a:bodyPr/>
          <a:lstStyle/>
          <a:p>
            <a:r>
              <a:rPr lang="en-US"/>
              <a:t>Confidential – Do Not Distribute</a:t>
            </a:r>
            <a:endParaRPr lang="en-US" dirty="0"/>
          </a:p>
        </p:txBody>
      </p:sp>
      <p:sp>
        <p:nvSpPr>
          <p:cNvPr id="3" name="Slide Number Placeholder 2">
            <a:extLst>
              <a:ext uri="{FF2B5EF4-FFF2-40B4-BE49-F238E27FC236}">
                <a16:creationId xmlns:a16="http://schemas.microsoft.com/office/drawing/2014/main" id="{392CE07B-1F82-39A9-DF5D-4360CAD7D1C3}"/>
              </a:ext>
            </a:extLst>
          </p:cNvPr>
          <p:cNvSpPr>
            <a:spLocks noGrp="1"/>
          </p:cNvSpPr>
          <p:nvPr>
            <p:ph type="sldNum" sz="quarter" idx="11"/>
          </p:nvPr>
        </p:nvSpPr>
        <p:spPr/>
        <p:txBody>
          <a:bodyPr/>
          <a:lstStyle/>
          <a:p>
            <a:fld id="{FA1B4D35-D017-4806-BAD3-E7FA12AE0845}" type="slidenum">
              <a:rPr lang="en-US" smtClean="0"/>
              <a:pPr/>
              <a:t>7</a:t>
            </a:fld>
            <a:endParaRPr lang="en-US" dirty="0"/>
          </a:p>
        </p:txBody>
      </p:sp>
      <p:sp>
        <p:nvSpPr>
          <p:cNvPr id="4" name="Title 3">
            <a:extLst>
              <a:ext uri="{FF2B5EF4-FFF2-40B4-BE49-F238E27FC236}">
                <a16:creationId xmlns:a16="http://schemas.microsoft.com/office/drawing/2014/main" id="{269362CF-F09F-C13B-A885-D05207B04E17}"/>
              </a:ext>
            </a:extLst>
          </p:cNvPr>
          <p:cNvSpPr>
            <a:spLocks noGrp="1"/>
          </p:cNvSpPr>
          <p:nvPr>
            <p:ph type="title"/>
          </p:nvPr>
        </p:nvSpPr>
        <p:spPr/>
        <p:txBody>
          <a:bodyPr/>
          <a:lstStyle/>
          <a:p>
            <a:r>
              <a:rPr lang="en-US" dirty="0"/>
              <a:t>Who can qualify?</a:t>
            </a:r>
          </a:p>
        </p:txBody>
      </p:sp>
      <p:sp>
        <p:nvSpPr>
          <p:cNvPr id="5" name="Rectangle: Diagonal Corners Snipped 4">
            <a:extLst>
              <a:ext uri="{FF2B5EF4-FFF2-40B4-BE49-F238E27FC236}">
                <a16:creationId xmlns:a16="http://schemas.microsoft.com/office/drawing/2014/main" id="{4B75575F-2C01-5C68-53C9-9DBCF3CCFCA2}"/>
              </a:ext>
            </a:extLst>
          </p:cNvPr>
          <p:cNvSpPr/>
          <p:nvPr/>
        </p:nvSpPr>
        <p:spPr>
          <a:xfrm>
            <a:off x="4608214" y="1965484"/>
            <a:ext cx="6601257" cy="4046018"/>
          </a:xfrm>
          <a:prstGeom prst="snip2DiagRect">
            <a:avLst>
              <a:gd name="adj1" fmla="val 0"/>
              <a:gd name="adj2" fmla="val 16667"/>
            </a:avLst>
          </a:prstGeom>
          <a:gradFill flip="none" rotWithShape="1">
            <a:gsLst>
              <a:gs pos="0">
                <a:schemeClr val="accent6">
                  <a:tint val="66000"/>
                  <a:satMod val="160000"/>
                </a:schemeClr>
              </a:gs>
              <a:gs pos="50000">
                <a:schemeClr val="accent6">
                  <a:tint val="44500"/>
                  <a:satMod val="160000"/>
                </a:schemeClr>
              </a:gs>
              <a:gs pos="100000">
                <a:schemeClr val="accent6">
                  <a:tint val="23500"/>
                  <a:satMod val="160000"/>
                </a:schemeClr>
              </a:gs>
            </a:gsLst>
            <a:path path="circle">
              <a:fillToRect l="50000" t="50000" r="50000" b="50000"/>
            </a:path>
            <a:tileRect/>
          </a:gradFill>
          <a:ln>
            <a:solidFill>
              <a:schemeClr val="accent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285750" indent="-285750" algn="ctr">
              <a:buFont typeface="Wingdings" panose="05000000000000000000" pitchFamily="2" charset="2"/>
              <a:buChar char="Ø"/>
            </a:pPr>
            <a:endParaRPr lang="en-US" b="1" dirty="0"/>
          </a:p>
          <a:p>
            <a:pPr marL="285750" indent="-285750" algn="ctr">
              <a:buFont typeface="Wingdings" panose="05000000000000000000" pitchFamily="2" charset="2"/>
              <a:buChar char="Ø"/>
            </a:pPr>
            <a:endParaRPr lang="en-US" b="1" dirty="0"/>
          </a:p>
          <a:p>
            <a:pPr marL="285750" indent="-285750" algn="ctr">
              <a:buFont typeface="Wingdings" panose="05000000000000000000" pitchFamily="2" charset="2"/>
              <a:buChar char="Ø"/>
            </a:pPr>
            <a:r>
              <a:rPr lang="en-US" dirty="0">
                <a:solidFill>
                  <a:schemeClr val="tx1"/>
                </a:solidFill>
              </a:rPr>
              <a:t>Employees who </a:t>
            </a:r>
            <a:r>
              <a:rPr lang="en-US" b="1" dirty="0">
                <a:solidFill>
                  <a:schemeClr val="tx1"/>
                </a:solidFill>
              </a:rPr>
              <a:t>go above and beyond their normal job responsibilities</a:t>
            </a:r>
            <a:r>
              <a:rPr lang="en-US" dirty="0">
                <a:solidFill>
                  <a:schemeClr val="tx1"/>
                </a:solidFill>
              </a:rPr>
              <a:t> in ways that significantly impact the team or company.</a:t>
            </a:r>
          </a:p>
          <a:p>
            <a:pPr marL="285750" indent="-285750" algn="ctr">
              <a:buFont typeface="Wingdings" panose="05000000000000000000" pitchFamily="2" charset="2"/>
              <a:buChar char="Ø"/>
            </a:pPr>
            <a:endParaRPr lang="en-US" b="1" dirty="0">
              <a:solidFill>
                <a:schemeClr val="tx1"/>
              </a:solidFill>
            </a:endParaRPr>
          </a:p>
          <a:p>
            <a:pPr marL="285750" indent="-285750" algn="ctr">
              <a:buFont typeface="Wingdings" panose="05000000000000000000" pitchFamily="2" charset="2"/>
              <a:buChar char="Ø"/>
            </a:pPr>
            <a:r>
              <a:rPr lang="en-US" b="1" dirty="0">
                <a:solidFill>
                  <a:schemeClr val="tx1"/>
                </a:solidFill>
              </a:rPr>
              <a:t>Managers cannot be nominated by direct reports</a:t>
            </a:r>
            <a:r>
              <a:rPr lang="en-US" dirty="0">
                <a:solidFill>
                  <a:schemeClr val="tx1"/>
                </a:solidFill>
              </a:rPr>
              <a:t>, as recognizing their performance falls within leadership responsibilities. However, managers' </a:t>
            </a:r>
            <a:r>
              <a:rPr lang="en-US" b="1" dirty="0">
                <a:solidFill>
                  <a:schemeClr val="tx1"/>
                </a:solidFill>
              </a:rPr>
              <a:t>peers or their own managers</a:t>
            </a:r>
            <a:r>
              <a:rPr lang="en-US" dirty="0">
                <a:solidFill>
                  <a:schemeClr val="tx1"/>
                </a:solidFill>
              </a:rPr>
              <a:t> may nominate them.</a:t>
            </a:r>
          </a:p>
          <a:p>
            <a:pPr marL="285750" indent="-285750" algn="ctr">
              <a:buFont typeface="Wingdings" panose="05000000000000000000" pitchFamily="2" charset="2"/>
              <a:buChar char="Ø"/>
            </a:pPr>
            <a:endParaRPr lang="en-US" dirty="0"/>
          </a:p>
          <a:p>
            <a:pPr algn="ctr"/>
            <a:endParaRPr lang="en-US" dirty="0"/>
          </a:p>
        </p:txBody>
      </p:sp>
      <p:pic>
        <p:nvPicPr>
          <p:cNvPr id="16" name="Picture 15" descr="A group of people climbing stairs&#10;&#10;AI-generated content may be incorrect.">
            <a:extLst>
              <a:ext uri="{FF2B5EF4-FFF2-40B4-BE49-F238E27FC236}">
                <a16:creationId xmlns:a16="http://schemas.microsoft.com/office/drawing/2014/main" id="{EFE4F652-B944-CEB1-EE71-0D85B4D31D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406" y="2918156"/>
            <a:ext cx="3494194" cy="196548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1629930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F21AB39-0D61-A149-A587-411A53B46F70}"/>
              </a:ext>
            </a:extLst>
          </p:cNvPr>
          <p:cNvSpPr>
            <a:spLocks noGrp="1"/>
          </p:cNvSpPr>
          <p:nvPr>
            <p:ph type="ftr" sz="quarter" idx="10"/>
          </p:nvPr>
        </p:nvSpPr>
        <p:spPr>
          <a:xfrm>
            <a:off x="4038600" y="6475413"/>
            <a:ext cx="4114800" cy="365125"/>
          </a:xfrm>
        </p:spPr>
        <p:txBody>
          <a:bodyPr anchor="b">
            <a:normAutofit/>
          </a:bodyPr>
          <a:lstStyle/>
          <a:p>
            <a:pPr>
              <a:spcAft>
                <a:spcPts val="600"/>
              </a:spcAft>
            </a:pPr>
            <a:r>
              <a:rPr lang="en-US"/>
              <a:t>Confidential – Do Not Distribute</a:t>
            </a:r>
          </a:p>
        </p:txBody>
      </p:sp>
      <p:sp>
        <p:nvSpPr>
          <p:cNvPr id="3" name="Slide Number Placeholder 2">
            <a:extLst>
              <a:ext uri="{FF2B5EF4-FFF2-40B4-BE49-F238E27FC236}">
                <a16:creationId xmlns:a16="http://schemas.microsoft.com/office/drawing/2014/main" id="{2625E938-1A0B-A9B3-1542-6E4A8343590C}"/>
              </a:ext>
            </a:extLst>
          </p:cNvPr>
          <p:cNvSpPr>
            <a:spLocks noGrp="1"/>
          </p:cNvSpPr>
          <p:nvPr>
            <p:ph type="sldNum" sz="quarter" idx="11"/>
          </p:nvPr>
        </p:nvSpPr>
        <p:spPr>
          <a:xfrm>
            <a:off x="8829152" y="6480432"/>
            <a:ext cx="2743200" cy="365125"/>
          </a:xfrm>
        </p:spPr>
        <p:txBody>
          <a:bodyPr anchor="ctr">
            <a:normAutofit/>
          </a:bodyPr>
          <a:lstStyle/>
          <a:p>
            <a:pPr>
              <a:spcAft>
                <a:spcPts val="600"/>
              </a:spcAft>
            </a:pPr>
            <a:fld id="{FA1B4D35-D017-4806-BAD3-E7FA12AE0845}" type="slidenum">
              <a:rPr lang="en-US" smtClean="0"/>
              <a:pPr>
                <a:spcAft>
                  <a:spcPts val="600"/>
                </a:spcAft>
              </a:pPr>
              <a:t>8</a:t>
            </a:fld>
            <a:endParaRPr lang="en-US"/>
          </a:p>
        </p:txBody>
      </p:sp>
      <p:sp>
        <p:nvSpPr>
          <p:cNvPr id="4" name="Title 3">
            <a:extLst>
              <a:ext uri="{FF2B5EF4-FFF2-40B4-BE49-F238E27FC236}">
                <a16:creationId xmlns:a16="http://schemas.microsoft.com/office/drawing/2014/main" id="{F6C24260-2B5D-A94C-32B3-E6ED06D89BF0}"/>
              </a:ext>
            </a:extLst>
          </p:cNvPr>
          <p:cNvSpPr>
            <a:spLocks noGrp="1"/>
          </p:cNvSpPr>
          <p:nvPr>
            <p:ph type="title"/>
          </p:nvPr>
        </p:nvSpPr>
        <p:spPr>
          <a:xfrm>
            <a:off x="838200" y="365125"/>
            <a:ext cx="10515600" cy="1325563"/>
          </a:xfrm>
        </p:spPr>
        <p:txBody>
          <a:bodyPr anchor="ctr">
            <a:normAutofit/>
          </a:bodyPr>
          <a:lstStyle/>
          <a:p>
            <a:r>
              <a:rPr lang="en-US" dirty="0"/>
              <a:t>Nomination Process</a:t>
            </a:r>
          </a:p>
        </p:txBody>
      </p:sp>
      <p:sp>
        <p:nvSpPr>
          <p:cNvPr id="5" name="Content Placeholder 4">
            <a:extLst>
              <a:ext uri="{FF2B5EF4-FFF2-40B4-BE49-F238E27FC236}">
                <a16:creationId xmlns:a16="http://schemas.microsoft.com/office/drawing/2014/main" id="{BC7079CD-B625-E1D5-B65D-8270DEB3EDCA}"/>
              </a:ext>
            </a:extLst>
          </p:cNvPr>
          <p:cNvSpPr>
            <a:spLocks noGrp="1"/>
          </p:cNvSpPr>
          <p:nvPr>
            <p:ph idx="1"/>
          </p:nvPr>
        </p:nvSpPr>
        <p:spPr>
          <a:xfrm>
            <a:off x="4407627" y="2141537"/>
            <a:ext cx="7227570" cy="4351338"/>
          </a:xfrm>
        </p:spPr>
        <p:txBody>
          <a:bodyPr>
            <a:normAutofit/>
          </a:bodyPr>
          <a:lstStyle/>
          <a:p>
            <a:pPr marL="285750" lvl="0" indent="-285750">
              <a:buFont typeface="Courier New" panose="02070309020205020404" pitchFamily="49" charset="0"/>
              <a:buChar char="o"/>
            </a:pPr>
            <a:r>
              <a:rPr lang="en-US" sz="1500" b="1" cap="all" spc="600" dirty="0"/>
              <a:t>Nomination forms will be available in the General folder for all to access. </a:t>
            </a:r>
          </a:p>
          <a:p>
            <a:pPr lvl="0"/>
            <a:endParaRPr lang="en-US" sz="1500" b="1" cap="all" spc="600" dirty="0"/>
          </a:p>
          <a:p>
            <a:pPr marL="285750" lvl="0" indent="-285750">
              <a:buFont typeface="Courier New" panose="02070309020205020404" pitchFamily="49" charset="0"/>
              <a:buChar char="o"/>
            </a:pPr>
            <a:r>
              <a:rPr lang="en-US" sz="1500" b="1" cap="all" spc="600" dirty="0"/>
              <a:t>Once filled out, they can be delivered to HR@Synoligo.com</a:t>
            </a:r>
          </a:p>
          <a:p>
            <a:pPr lvl="0"/>
            <a:endParaRPr lang="en-US" sz="1500" b="1" cap="all" spc="600" dirty="0"/>
          </a:p>
          <a:p>
            <a:pPr marL="285750" lvl="0" indent="-285750">
              <a:buFont typeface="Courier New" panose="02070309020205020404" pitchFamily="49" charset="0"/>
              <a:buChar char="o"/>
            </a:pPr>
            <a:r>
              <a:rPr lang="en-US" sz="1500" b="1" cap="all" spc="600" dirty="0"/>
              <a:t>Forms will be evaluated based on observed actions and measurable outcomes. They will then be reviewed to ensure fairness and consistency, and final decisions are made within two weeks of submission.</a:t>
            </a:r>
          </a:p>
          <a:p>
            <a:endParaRPr lang="en-US" sz="1500" dirty="0"/>
          </a:p>
        </p:txBody>
      </p:sp>
      <p:pic>
        <p:nvPicPr>
          <p:cNvPr id="8" name="Content Placeholder 15" descr="A form with a spot bonus form&#10;&#10;AI-generated content may be incorrect.">
            <a:extLst>
              <a:ext uri="{FF2B5EF4-FFF2-40B4-BE49-F238E27FC236}">
                <a16:creationId xmlns:a16="http://schemas.microsoft.com/office/drawing/2014/main" id="{448433EB-C78E-45F8-D2F9-CBDF70205BD2}"/>
              </a:ext>
            </a:extLst>
          </p:cNvPr>
          <p:cNvPicPr>
            <a:picLocks noChangeAspect="1"/>
          </p:cNvPicPr>
          <p:nvPr/>
        </p:nvPicPr>
        <p:blipFill>
          <a:blip r:embed="rId2"/>
          <a:srcRect l="2642" r="5503" b="-4"/>
          <a:stretch>
            <a:fillRect/>
          </a:stretch>
        </p:blipFill>
        <p:spPr>
          <a:xfrm>
            <a:off x="838200" y="1825625"/>
            <a:ext cx="3102204" cy="4351338"/>
          </a:xfrm>
          <a:prstGeom prst="rect">
            <a:avLst/>
          </a:prstGeom>
          <a:noFill/>
        </p:spPr>
      </p:pic>
    </p:spTree>
    <p:extLst>
      <p:ext uri="{BB962C8B-B14F-4D97-AF65-F5344CB8AC3E}">
        <p14:creationId xmlns:p14="http://schemas.microsoft.com/office/powerpoint/2010/main" val="2961834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9887EFC-E4CE-5F02-2D34-FEC4A589858E}"/>
              </a:ext>
            </a:extLst>
          </p:cNvPr>
          <p:cNvSpPr>
            <a:spLocks noGrp="1"/>
          </p:cNvSpPr>
          <p:nvPr>
            <p:ph type="ftr" sz="quarter" idx="10"/>
          </p:nvPr>
        </p:nvSpPr>
        <p:spPr/>
        <p:txBody>
          <a:bodyPr/>
          <a:lstStyle/>
          <a:p>
            <a:r>
              <a:rPr lang="en-US"/>
              <a:t>Confidential – Do Not Distribute</a:t>
            </a:r>
            <a:endParaRPr lang="en-US" dirty="0"/>
          </a:p>
        </p:txBody>
      </p:sp>
      <p:sp>
        <p:nvSpPr>
          <p:cNvPr id="3" name="Slide Number Placeholder 2">
            <a:extLst>
              <a:ext uri="{FF2B5EF4-FFF2-40B4-BE49-F238E27FC236}">
                <a16:creationId xmlns:a16="http://schemas.microsoft.com/office/drawing/2014/main" id="{F168B546-5C9E-3B26-4DC4-F0A11006BD68}"/>
              </a:ext>
            </a:extLst>
          </p:cNvPr>
          <p:cNvSpPr>
            <a:spLocks noGrp="1"/>
          </p:cNvSpPr>
          <p:nvPr>
            <p:ph type="sldNum" sz="quarter" idx="11"/>
          </p:nvPr>
        </p:nvSpPr>
        <p:spPr/>
        <p:txBody>
          <a:bodyPr/>
          <a:lstStyle/>
          <a:p>
            <a:fld id="{FA1B4D35-D017-4806-BAD3-E7FA12AE0845}" type="slidenum">
              <a:rPr lang="en-US" smtClean="0"/>
              <a:pPr/>
              <a:t>9</a:t>
            </a:fld>
            <a:endParaRPr lang="en-US" dirty="0"/>
          </a:p>
        </p:txBody>
      </p:sp>
      <p:sp>
        <p:nvSpPr>
          <p:cNvPr id="4" name="Title 3">
            <a:extLst>
              <a:ext uri="{FF2B5EF4-FFF2-40B4-BE49-F238E27FC236}">
                <a16:creationId xmlns:a16="http://schemas.microsoft.com/office/drawing/2014/main" id="{FC6BF886-CF33-E4C0-7933-1F9D3A6BD0A3}"/>
              </a:ext>
            </a:extLst>
          </p:cNvPr>
          <p:cNvSpPr>
            <a:spLocks noGrp="1"/>
          </p:cNvSpPr>
          <p:nvPr>
            <p:ph type="title"/>
          </p:nvPr>
        </p:nvSpPr>
        <p:spPr/>
        <p:txBody>
          <a:bodyPr>
            <a:normAutofit fontScale="90000"/>
          </a:bodyPr>
          <a:lstStyle/>
          <a:p>
            <a:r>
              <a:rPr lang="en-US" dirty="0"/>
              <a:t>BUILDING  A CULTURE OF RECOGNITION</a:t>
            </a:r>
          </a:p>
        </p:txBody>
      </p:sp>
      <p:sp>
        <p:nvSpPr>
          <p:cNvPr id="5" name="TextBox 4">
            <a:extLst>
              <a:ext uri="{FF2B5EF4-FFF2-40B4-BE49-F238E27FC236}">
                <a16:creationId xmlns:a16="http://schemas.microsoft.com/office/drawing/2014/main" id="{358CC667-C1AF-5D77-E757-495E26B51FE0}"/>
              </a:ext>
            </a:extLst>
          </p:cNvPr>
          <p:cNvSpPr txBox="1"/>
          <p:nvPr/>
        </p:nvSpPr>
        <p:spPr>
          <a:xfrm>
            <a:off x="1303700" y="1326384"/>
            <a:ext cx="3775294" cy="4495046"/>
          </a:xfrm>
          <a:prstGeom prst="rect">
            <a:avLst/>
          </a:prstGeom>
        </p:spPr>
        <p:txBody>
          <a:bodyPr vert="horz" lIns="0" tIns="0" rIns="0" bIns="0" rtlCol="0" anchor="b">
            <a:normAutofit fontScale="92500"/>
          </a:bodyPr>
          <a:lstStyle/>
          <a:p>
            <a:pPr indent="-228600" algn="r">
              <a:lnSpc>
                <a:spcPct val="110000"/>
              </a:lnSpc>
              <a:spcAft>
                <a:spcPts val="600"/>
              </a:spcAft>
              <a:buClr>
                <a:srgbClr val="0B5293"/>
              </a:buClr>
              <a:buFont typeface="Arial" panose="020B0604020202020204" pitchFamily="34" charset="0"/>
              <a:buChar char="•"/>
            </a:pPr>
            <a:r>
              <a:rPr lang="en-US" sz="2000" dirty="0"/>
              <a:t>If you see something, say something!- When you notice a colleague making a meaningful impact, nominate them.</a:t>
            </a:r>
          </a:p>
          <a:p>
            <a:pPr indent="-228600" algn="r">
              <a:lnSpc>
                <a:spcPct val="110000"/>
              </a:lnSpc>
              <a:spcAft>
                <a:spcPts val="600"/>
              </a:spcAft>
              <a:buClr>
                <a:srgbClr val="0B5293"/>
              </a:buClr>
              <a:buFont typeface="Arial" panose="020B0604020202020204" pitchFamily="34" charset="0"/>
              <a:buChar char="•"/>
            </a:pPr>
            <a:endParaRPr lang="en-US" sz="2000" dirty="0"/>
          </a:p>
          <a:p>
            <a:pPr indent="-228600" algn="r">
              <a:lnSpc>
                <a:spcPct val="110000"/>
              </a:lnSpc>
              <a:spcAft>
                <a:spcPts val="600"/>
              </a:spcAft>
              <a:buClr>
                <a:srgbClr val="0B5293"/>
              </a:buClr>
              <a:buFont typeface="Arial" panose="020B0604020202020204" pitchFamily="34" charset="0"/>
              <a:buChar char="•"/>
            </a:pPr>
            <a:r>
              <a:rPr lang="en-US" sz="2000" dirty="0"/>
              <a:t>Recognition strengthens team morale and motivates employees to go the extra mile.</a:t>
            </a:r>
          </a:p>
          <a:p>
            <a:pPr indent="-228600" algn="r">
              <a:lnSpc>
                <a:spcPct val="110000"/>
              </a:lnSpc>
              <a:spcAft>
                <a:spcPts val="600"/>
              </a:spcAft>
              <a:buClr>
                <a:srgbClr val="0B5293"/>
              </a:buClr>
              <a:buFont typeface="Arial" panose="020B0604020202020204" pitchFamily="34" charset="0"/>
              <a:buChar char="•"/>
            </a:pPr>
            <a:endParaRPr lang="en-US" sz="2000" dirty="0"/>
          </a:p>
          <a:p>
            <a:pPr indent="-228600" algn="r">
              <a:lnSpc>
                <a:spcPct val="110000"/>
              </a:lnSpc>
              <a:spcAft>
                <a:spcPts val="600"/>
              </a:spcAft>
              <a:buClr>
                <a:srgbClr val="0B5293"/>
              </a:buClr>
              <a:buFont typeface="Arial" panose="020B0604020202020204" pitchFamily="34" charset="0"/>
              <a:buChar char="•"/>
            </a:pPr>
            <a:r>
              <a:rPr lang="en-US" sz="2000" dirty="0"/>
              <a:t>A culture of appreciation leads to higher engagement, innovation, and collaboration</a:t>
            </a:r>
            <a:r>
              <a:rPr lang="en-US" dirty="0"/>
              <a:t>.</a:t>
            </a:r>
          </a:p>
        </p:txBody>
      </p:sp>
      <p:pic>
        <p:nvPicPr>
          <p:cNvPr id="20" name="Picture 19">
            <a:extLst>
              <a:ext uri="{FF2B5EF4-FFF2-40B4-BE49-F238E27FC236}">
                <a16:creationId xmlns:a16="http://schemas.microsoft.com/office/drawing/2014/main" id="{ACABC3F3-0F59-04C9-D2F5-AD46FFA44ADD}"/>
              </a:ext>
            </a:extLst>
          </p:cNvPr>
          <p:cNvPicPr>
            <a:picLocks noChangeAspect="1"/>
          </p:cNvPicPr>
          <p:nvPr/>
        </p:nvPicPr>
        <p:blipFill>
          <a:blip r:embed="rId2"/>
          <a:srcRect t="7299" r="3" b="3349"/>
          <a:stretch>
            <a:fillRect/>
          </a:stretch>
        </p:blipFill>
        <p:spPr>
          <a:xfrm>
            <a:off x="5427379" y="1650867"/>
            <a:ext cx="6433437" cy="4495045"/>
          </a:xfrm>
          <a:prstGeom prst="rect">
            <a:avLst/>
          </a:prstGeom>
        </p:spPr>
      </p:pic>
    </p:spTree>
    <p:extLst>
      <p:ext uri="{BB962C8B-B14F-4D97-AF65-F5344CB8AC3E}">
        <p14:creationId xmlns:p14="http://schemas.microsoft.com/office/powerpoint/2010/main" val="26178183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ouble Wave 10">
            <a:extLst>
              <a:ext uri="{FF2B5EF4-FFF2-40B4-BE49-F238E27FC236}">
                <a16:creationId xmlns:a16="http://schemas.microsoft.com/office/drawing/2014/main" id="{7247571E-188A-DBB6-8D0A-F81333554C26}"/>
              </a:ext>
            </a:extLst>
          </p:cNvPr>
          <p:cNvSpPr/>
          <p:nvPr/>
        </p:nvSpPr>
        <p:spPr>
          <a:xfrm>
            <a:off x="3132834" y="158276"/>
            <a:ext cx="5505003" cy="3277514"/>
          </a:xfrm>
          <a:prstGeom prst="doubleWave">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97589ABF-5B4B-644C-9284-777EBA944A14}"/>
              </a:ext>
            </a:extLst>
          </p:cNvPr>
          <p:cNvSpPr>
            <a:spLocks noGrp="1"/>
          </p:cNvSpPr>
          <p:nvPr>
            <p:ph type="ftr" sz="quarter" idx="10"/>
          </p:nvPr>
        </p:nvSpPr>
        <p:spPr/>
        <p:txBody>
          <a:bodyPr/>
          <a:lstStyle/>
          <a:p>
            <a:r>
              <a:rPr lang="en-US"/>
              <a:t>Confidential – Do Not Distribute</a:t>
            </a:r>
            <a:endParaRPr lang="en-US" dirty="0"/>
          </a:p>
        </p:txBody>
      </p:sp>
      <p:pic>
        <p:nvPicPr>
          <p:cNvPr id="4" name="Picture 3">
            <a:extLst>
              <a:ext uri="{FF2B5EF4-FFF2-40B4-BE49-F238E27FC236}">
                <a16:creationId xmlns:a16="http://schemas.microsoft.com/office/drawing/2014/main" id="{A7A0F113-5568-C4A9-07BE-32FC1109BA92}"/>
              </a:ext>
            </a:extLst>
          </p:cNvPr>
          <p:cNvPicPr>
            <a:picLocks noChangeAspect="1"/>
          </p:cNvPicPr>
          <p:nvPr/>
        </p:nvPicPr>
        <p:blipFill>
          <a:blip r:embed="rId2"/>
          <a:stretch>
            <a:fillRect/>
          </a:stretch>
        </p:blipFill>
        <p:spPr>
          <a:xfrm>
            <a:off x="129840" y="3277514"/>
            <a:ext cx="3496504" cy="3496504"/>
          </a:xfrm>
          <a:prstGeom prst="rect">
            <a:avLst/>
          </a:prstGeom>
        </p:spPr>
      </p:pic>
      <p:sp>
        <p:nvSpPr>
          <p:cNvPr id="9" name="Title 12">
            <a:extLst>
              <a:ext uri="{FF2B5EF4-FFF2-40B4-BE49-F238E27FC236}">
                <a16:creationId xmlns:a16="http://schemas.microsoft.com/office/drawing/2014/main" id="{80191D17-C76D-69A8-BF09-F7E336E52014}"/>
              </a:ext>
            </a:extLst>
          </p:cNvPr>
          <p:cNvSpPr txBox="1">
            <a:spLocks/>
          </p:cNvSpPr>
          <p:nvPr/>
        </p:nvSpPr>
        <p:spPr>
          <a:xfrm>
            <a:off x="3405272" y="722865"/>
            <a:ext cx="4960131" cy="646418"/>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3600" b="1" i="0" kern="1200" cap="all" spc="700" baseline="0">
                <a:solidFill>
                  <a:schemeClr val="tx1"/>
                </a:solidFill>
                <a:latin typeface="+mj-lt"/>
                <a:ea typeface="+mj-ea"/>
                <a:cs typeface="+mj-cs"/>
              </a:defRPr>
            </a:lvl1pPr>
          </a:lstStyle>
          <a:p>
            <a:r>
              <a:rPr lang="en-US" sz="6600" spc="750" dirty="0"/>
              <a:t>Go Team!</a:t>
            </a:r>
          </a:p>
        </p:txBody>
      </p:sp>
      <p:sp>
        <p:nvSpPr>
          <p:cNvPr id="10" name="Content Placeholder 14">
            <a:extLst>
              <a:ext uri="{FF2B5EF4-FFF2-40B4-BE49-F238E27FC236}">
                <a16:creationId xmlns:a16="http://schemas.microsoft.com/office/drawing/2014/main" id="{4490A841-85D6-A9CC-0BEB-372A9133103B}"/>
              </a:ext>
            </a:extLst>
          </p:cNvPr>
          <p:cNvSpPr txBox="1">
            <a:spLocks/>
          </p:cNvSpPr>
          <p:nvPr/>
        </p:nvSpPr>
        <p:spPr>
          <a:xfrm>
            <a:off x="3780253" y="1604929"/>
            <a:ext cx="4210167" cy="1192815"/>
          </a:xfrm>
          <a:prstGeom prst="rect">
            <a:avLst/>
          </a:prstGeom>
        </p:spPr>
        <p:txBody>
          <a:bodyPr vert="horz" lIns="0" tIns="0" rIns="0" bIns="0" rtlCol="0" anchor="b">
            <a:normAutofit/>
          </a:bodyPr>
          <a:lstStyle>
            <a:lvl1pPr marL="457200" indent="-457200" algn="l" defTabSz="914400" rtl="0" eaLnBrk="1" latinLnBrk="0" hangingPunct="1">
              <a:lnSpc>
                <a:spcPct val="90000"/>
              </a:lnSpc>
              <a:spcBef>
                <a:spcPts val="1000"/>
              </a:spcBef>
              <a:buClr>
                <a:srgbClr val="0B5293"/>
              </a:buClr>
              <a:buSzPct val="100000"/>
              <a:buFont typeface="Arial" panose="020B0604020202020204" pitchFamily="34" charset="0"/>
              <a:buChar char="•"/>
              <a:defRPr sz="2800" kern="1200">
                <a:solidFill>
                  <a:schemeClr val="tx1"/>
                </a:solidFill>
                <a:latin typeface="+mn-lt"/>
                <a:ea typeface="+mn-ea"/>
                <a:cs typeface="+mn-cs"/>
              </a:defRPr>
            </a:lvl1pPr>
            <a:lvl2pPr marL="800100" indent="-342900" algn="l" defTabSz="914400" rtl="0" eaLnBrk="1" latinLnBrk="0" hangingPunct="1">
              <a:lnSpc>
                <a:spcPct val="90000"/>
              </a:lnSpc>
              <a:spcBef>
                <a:spcPts val="500"/>
              </a:spcBef>
              <a:buClr>
                <a:srgbClr val="0B5293"/>
              </a:buClr>
              <a:buFont typeface="Arial" panose="020B0604020202020204" pitchFamily="34" charset="0"/>
              <a:buChar char="•"/>
              <a:defRPr sz="2400" kern="1200">
                <a:solidFill>
                  <a:schemeClr val="tx1"/>
                </a:solidFill>
                <a:latin typeface="+mn-lt"/>
                <a:ea typeface="+mn-ea"/>
                <a:cs typeface="+mn-cs"/>
              </a:defRPr>
            </a:lvl2pPr>
            <a:lvl3pPr marL="1257300" indent="-342900" algn="l" defTabSz="914400" rtl="0" eaLnBrk="1" latinLnBrk="0" hangingPunct="1">
              <a:lnSpc>
                <a:spcPct val="90000"/>
              </a:lnSpc>
              <a:spcBef>
                <a:spcPts val="500"/>
              </a:spcBef>
              <a:buClr>
                <a:srgbClr val="0B5293"/>
              </a:buClr>
              <a:buFont typeface="Arial" panose="020B0604020202020204" pitchFamily="34" charset="0"/>
              <a:buChar char="•"/>
              <a:defRPr sz="20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Clr>
                <a:srgbClr val="0B5293"/>
              </a:buClr>
              <a:buFont typeface="Arial" panose="020B0604020202020204" pitchFamily="34" charset="0"/>
              <a:buChar char="•"/>
              <a:defRPr sz="1600" kern="1200">
                <a:solidFill>
                  <a:schemeClr val="tx1"/>
                </a:solidFill>
                <a:latin typeface="+mn-lt"/>
                <a:ea typeface="+mn-ea"/>
                <a:cs typeface="+mn-cs"/>
              </a:defRPr>
            </a:lvl4pPr>
            <a:lvl5pPr marL="2000250" indent="-171450" algn="l" defTabSz="914400" rtl="0" eaLnBrk="1" latinLnBrk="0" hangingPunct="1">
              <a:lnSpc>
                <a:spcPct val="90000"/>
              </a:lnSpc>
              <a:spcBef>
                <a:spcPts val="500"/>
              </a:spcBef>
              <a:buClr>
                <a:srgbClr val="0B5293"/>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None/>
            </a:pPr>
            <a:r>
              <a:rPr lang="en-US" sz="1600" b="1" cap="all" spc="600" dirty="0"/>
              <a:t>Any Questions? </a:t>
            </a:r>
          </a:p>
          <a:p>
            <a:pPr marL="0" indent="0" algn="ctr">
              <a:lnSpc>
                <a:spcPct val="150000"/>
              </a:lnSpc>
              <a:buNone/>
            </a:pPr>
            <a:r>
              <a:rPr lang="en-US" sz="1050" b="1" cap="all" spc="600" dirty="0"/>
              <a:t>Feel free to reach out to Xibo</a:t>
            </a:r>
          </a:p>
        </p:txBody>
      </p:sp>
    </p:spTree>
    <p:extLst>
      <p:ext uri="{BB962C8B-B14F-4D97-AF65-F5344CB8AC3E}">
        <p14:creationId xmlns:p14="http://schemas.microsoft.com/office/powerpoint/2010/main" val="1273552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9"/>
                                        </p:tgtEl>
                                        <p:attrNameLst>
                                          <p:attrName>style.visibility</p:attrName>
                                        </p:attrNameLst>
                                      </p:cBhvr>
                                      <p:to>
                                        <p:strVal val="visible"/>
                                      </p:to>
                                    </p:set>
                                    <p:animEffect transition="in" filter="fade">
                                      <p:cBhvr>
                                        <p:cTn id="7" dur="7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heme/theme1.xml><?xml version="1.0" encoding="utf-8"?>
<a:theme xmlns:a="http://schemas.openxmlformats.org/drawingml/2006/main" name="Synoligo Corporate Main Template">
  <a:themeElements>
    <a:clrScheme name="Synoligo 1">
      <a:dk1>
        <a:srgbClr val="000000"/>
      </a:dk1>
      <a:lt1>
        <a:srgbClr val="F2F2F2"/>
      </a:lt1>
      <a:dk2>
        <a:srgbClr val="0B5293"/>
      </a:dk2>
      <a:lt2>
        <a:srgbClr val="F2F2F2"/>
      </a:lt2>
      <a:accent1>
        <a:srgbClr val="0B5293"/>
      </a:accent1>
      <a:accent2>
        <a:srgbClr val="4CB740"/>
      </a:accent2>
      <a:accent3>
        <a:srgbClr val="6C6E70"/>
      </a:accent3>
      <a:accent4>
        <a:srgbClr val="75BDA7"/>
      </a:accent4>
      <a:accent5>
        <a:srgbClr val="B1C5D7"/>
      </a:accent5>
      <a:accent6>
        <a:srgbClr val="2683C6"/>
      </a:accent6>
      <a:hlink>
        <a:srgbClr val="00B0F0"/>
      </a:hlink>
      <a:folHlink>
        <a:srgbClr val="4CB740"/>
      </a:folHlink>
    </a:clrScheme>
    <a:fontScheme name="Custom 1">
      <a:majorFont>
        <a:latin typeface="Work Sans"/>
        <a:ea typeface=""/>
        <a:cs typeface=""/>
      </a:majorFont>
      <a:minorFont>
        <a:latin typeface="Work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ynoligo Corporate Main Template_No logo on slide #">
  <a:themeElements>
    <a:clrScheme name="Synoligo 1">
      <a:dk1>
        <a:srgbClr val="000000"/>
      </a:dk1>
      <a:lt1>
        <a:srgbClr val="F2F2F2"/>
      </a:lt1>
      <a:dk2>
        <a:srgbClr val="0B5293"/>
      </a:dk2>
      <a:lt2>
        <a:srgbClr val="F2F2F2"/>
      </a:lt2>
      <a:accent1>
        <a:srgbClr val="0B5293"/>
      </a:accent1>
      <a:accent2>
        <a:srgbClr val="4CB740"/>
      </a:accent2>
      <a:accent3>
        <a:srgbClr val="6C6E70"/>
      </a:accent3>
      <a:accent4>
        <a:srgbClr val="75BDA7"/>
      </a:accent4>
      <a:accent5>
        <a:srgbClr val="B1C5D7"/>
      </a:accent5>
      <a:accent6>
        <a:srgbClr val="2683C6"/>
      </a:accent6>
      <a:hlink>
        <a:srgbClr val="00B0F0"/>
      </a:hlink>
      <a:folHlink>
        <a:srgbClr val="4CB740"/>
      </a:folHlink>
    </a:clrScheme>
    <a:fontScheme name="Custom 1">
      <a:majorFont>
        <a:latin typeface="Work Sans"/>
        <a:ea typeface=""/>
        <a:cs typeface=""/>
      </a:majorFont>
      <a:minorFont>
        <a:latin typeface="Work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ynoligo Corporate Template_Blue BG">
  <a:themeElements>
    <a:clrScheme name="Synoligo 1">
      <a:dk1>
        <a:srgbClr val="000000"/>
      </a:dk1>
      <a:lt1>
        <a:srgbClr val="F2F2F2"/>
      </a:lt1>
      <a:dk2>
        <a:srgbClr val="0B5293"/>
      </a:dk2>
      <a:lt2>
        <a:srgbClr val="F2F2F2"/>
      </a:lt2>
      <a:accent1>
        <a:srgbClr val="0B5293"/>
      </a:accent1>
      <a:accent2>
        <a:srgbClr val="4CB740"/>
      </a:accent2>
      <a:accent3>
        <a:srgbClr val="6C6E70"/>
      </a:accent3>
      <a:accent4>
        <a:srgbClr val="75BDA7"/>
      </a:accent4>
      <a:accent5>
        <a:srgbClr val="B1C5D7"/>
      </a:accent5>
      <a:accent6>
        <a:srgbClr val="2683C6"/>
      </a:accent6>
      <a:hlink>
        <a:srgbClr val="00B0F0"/>
      </a:hlink>
      <a:folHlink>
        <a:srgbClr val="4CB740"/>
      </a:folHlink>
    </a:clrScheme>
    <a:fontScheme name="Custom 1">
      <a:majorFont>
        <a:latin typeface="Work Sans"/>
        <a:ea typeface=""/>
        <a:cs typeface=""/>
      </a:majorFont>
      <a:minorFont>
        <a:latin typeface="Work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Synoligo Corporate Template_More Options">
  <a:themeElements>
    <a:clrScheme name="Synoligo 1">
      <a:dk1>
        <a:srgbClr val="000000"/>
      </a:dk1>
      <a:lt1>
        <a:srgbClr val="F2F2F2"/>
      </a:lt1>
      <a:dk2>
        <a:srgbClr val="0B5293"/>
      </a:dk2>
      <a:lt2>
        <a:srgbClr val="F2F2F2"/>
      </a:lt2>
      <a:accent1>
        <a:srgbClr val="0B5293"/>
      </a:accent1>
      <a:accent2>
        <a:srgbClr val="4CB740"/>
      </a:accent2>
      <a:accent3>
        <a:srgbClr val="6C6E70"/>
      </a:accent3>
      <a:accent4>
        <a:srgbClr val="75BDA7"/>
      </a:accent4>
      <a:accent5>
        <a:srgbClr val="B1C5D7"/>
      </a:accent5>
      <a:accent6>
        <a:srgbClr val="2683C6"/>
      </a:accent6>
      <a:hlink>
        <a:srgbClr val="00B0F0"/>
      </a:hlink>
      <a:folHlink>
        <a:srgbClr val="4CB740"/>
      </a:folHlink>
    </a:clrScheme>
    <a:fontScheme name="Custom 1">
      <a:majorFont>
        <a:latin typeface="Work Sans"/>
        <a:ea typeface=""/>
        <a:cs typeface=""/>
      </a:majorFont>
      <a:minorFont>
        <a:latin typeface="Work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1081784-eb1d-4399-bb11-6e20c62c25a6">
      <Terms xmlns="http://schemas.microsoft.com/office/infopath/2007/PartnerControls"/>
    </lcf76f155ced4ddcb4097134ff3c332f>
    <TaxCatchAll xmlns="9b65a21d-a0af-4271-ba34-c61e5c9924f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3BBE9B2B7C15747BFCBE38DAE75C853" ma:contentTypeVersion="15" ma:contentTypeDescription="Create a new document." ma:contentTypeScope="" ma:versionID="ef60a8d8dc72134137ec46e1834a01ac">
  <xsd:schema xmlns:xsd="http://www.w3.org/2001/XMLSchema" xmlns:xs="http://www.w3.org/2001/XMLSchema" xmlns:p="http://schemas.microsoft.com/office/2006/metadata/properties" xmlns:ns2="61081784-eb1d-4399-bb11-6e20c62c25a6" xmlns:ns3="9b65a21d-a0af-4271-ba34-c61e5c9924fa" targetNamespace="http://schemas.microsoft.com/office/2006/metadata/properties" ma:root="true" ma:fieldsID="63264a9be7be55594568aa9b88f4808a" ns2:_="" ns3:_="">
    <xsd:import namespace="61081784-eb1d-4399-bb11-6e20c62c25a6"/>
    <xsd:import namespace="9b65a21d-a0af-4271-ba34-c61e5c9924fa"/>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LengthInSeconds"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081784-eb1d-4399-bb11-6e20c62c25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5f9e09aa-c67b-42f2-a94a-a1c0717b0cca"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Location" ma:index="17" nillable="true" ma:displayName="Location" ma:indexed="true" ma:internalName="MediaServiceLocatio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b65a21d-a0af-4271-ba34-c61e5c9924fa"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9a10a7cf-359b-4443-b013-5fdc248c2ffe}" ma:internalName="TaxCatchAll" ma:showField="CatchAllData" ma:web="9b65a21d-a0af-4271-ba34-c61e5c9924fa">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4BBD536-4804-4E9A-90C7-949DC4E264DB}">
  <ds:schemaRefs>
    <ds:schemaRef ds:uri="http://schemas.microsoft.com/office/2006/metadata/properties"/>
    <ds:schemaRef ds:uri="http://schemas.microsoft.com/office/infopath/2007/PartnerControls"/>
    <ds:schemaRef ds:uri="301d987b-ee20-49d4-9bb3-84c769286854"/>
    <ds:schemaRef ds:uri="61081784-eb1d-4399-bb11-6e20c62c25a6"/>
    <ds:schemaRef ds:uri="9b65a21d-a0af-4271-ba34-c61e5c9924fa"/>
  </ds:schemaRefs>
</ds:datastoreItem>
</file>

<file path=customXml/itemProps2.xml><?xml version="1.0" encoding="utf-8"?>
<ds:datastoreItem xmlns:ds="http://schemas.openxmlformats.org/officeDocument/2006/customXml" ds:itemID="{9E79C4E2-A30B-4B88-9AB5-E2CE0CA8EE9C}">
  <ds:schemaRefs>
    <ds:schemaRef ds:uri="http://schemas.microsoft.com/sharepoint/v3/contenttype/forms"/>
  </ds:schemaRefs>
</ds:datastoreItem>
</file>

<file path=customXml/itemProps3.xml><?xml version="1.0" encoding="utf-8"?>
<ds:datastoreItem xmlns:ds="http://schemas.openxmlformats.org/officeDocument/2006/customXml" ds:itemID="{0343AF05-3245-4ACB-A30A-ECE2260C21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1081784-eb1d-4399-bb11-6e20c62c25a6"/>
    <ds:schemaRef ds:uri="9b65a21d-a0af-4271-ba34-c61e5c9924f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3484</TotalTime>
  <Words>461</Words>
  <Application>Microsoft Office PowerPoint</Application>
  <PresentationFormat>Widescreen</PresentationFormat>
  <Paragraphs>61</Paragraphs>
  <Slides>10</Slides>
  <Notes>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10</vt:i4>
      </vt:variant>
    </vt:vector>
  </HeadingPairs>
  <TitlesOfParts>
    <vt:vector size="20" baseType="lpstr">
      <vt:lpstr>Arial</vt:lpstr>
      <vt:lpstr>Bahnschrift SemiBold Condensed</vt:lpstr>
      <vt:lpstr>Calibri</vt:lpstr>
      <vt:lpstr>Courier New</vt:lpstr>
      <vt:lpstr>Wingdings</vt:lpstr>
      <vt:lpstr>Work Sans</vt:lpstr>
      <vt:lpstr>Synoligo Corporate Main Template</vt:lpstr>
      <vt:lpstr>Synoligo Corporate Main Template_No logo on slide #</vt:lpstr>
      <vt:lpstr>Synoligo Corporate Template_Blue BG</vt:lpstr>
      <vt:lpstr>Synoligo Corporate Template_More Options</vt:lpstr>
      <vt:lpstr>PowerPoint Presentation</vt:lpstr>
      <vt:lpstr>Spot Bonus Program overview</vt:lpstr>
      <vt:lpstr>Agenda</vt:lpstr>
      <vt:lpstr>A spot bonus is a spontaneous reward to recognize employees for exceptional performance, achievement and/or contributions that go above and beyond normal job responsibilities.  </vt:lpstr>
      <vt:lpstr>PowerPoint Presentation</vt:lpstr>
      <vt:lpstr>Eligibility Criteria</vt:lpstr>
      <vt:lpstr>Who can qualify?</vt:lpstr>
      <vt:lpstr>Nomination Process</vt:lpstr>
      <vt:lpstr>BUILDING  A CULTURE OF RECOGNITION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Dawn Lam</dc:creator>
  <cp:lastModifiedBy>Carlie Lopez</cp:lastModifiedBy>
  <cp:revision>2</cp:revision>
  <dcterms:created xsi:type="dcterms:W3CDTF">2024-01-25T23:24:57Z</dcterms:created>
  <dcterms:modified xsi:type="dcterms:W3CDTF">2025-06-10T20:57:21Z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0x01010013BBE9B2B7C15747BFCBE38DAE75C853</vt:lpwstr>
  </property>
  <property fmtid="{D5CDD505-2E9C-101B-9397-08002B2CF9AE}" pid="3" name="MediaServiceImageTags">
    <vt:lpwstr/>
  </property>
</Properties>
</file>